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9"/>
  </p:notesMasterIdLst>
  <p:sldIdLst>
    <p:sldId id="256" r:id="rId2"/>
    <p:sldId id="258" r:id="rId3"/>
    <p:sldId id="396" r:id="rId4"/>
    <p:sldId id="314" r:id="rId5"/>
    <p:sldId id="379" r:id="rId6"/>
    <p:sldId id="378" r:id="rId7"/>
    <p:sldId id="377" r:id="rId8"/>
    <p:sldId id="317" r:id="rId9"/>
    <p:sldId id="340" r:id="rId10"/>
    <p:sldId id="315" r:id="rId11"/>
    <p:sldId id="380" r:id="rId12"/>
    <p:sldId id="316" r:id="rId13"/>
    <p:sldId id="381" r:id="rId14"/>
    <p:sldId id="318" r:id="rId15"/>
    <p:sldId id="320" r:id="rId16"/>
    <p:sldId id="319" r:id="rId17"/>
    <p:sldId id="370" r:id="rId18"/>
    <p:sldId id="321" r:id="rId19"/>
    <p:sldId id="382" r:id="rId20"/>
    <p:sldId id="349" r:id="rId21"/>
    <p:sldId id="351" r:id="rId22"/>
    <p:sldId id="352" r:id="rId23"/>
    <p:sldId id="353" r:id="rId24"/>
    <p:sldId id="354" r:id="rId25"/>
    <p:sldId id="383" r:id="rId26"/>
    <p:sldId id="355" r:id="rId27"/>
    <p:sldId id="395" r:id="rId28"/>
    <p:sldId id="356" r:id="rId29"/>
    <p:sldId id="384" r:id="rId30"/>
    <p:sldId id="385" r:id="rId31"/>
    <p:sldId id="357" r:id="rId32"/>
    <p:sldId id="390" r:id="rId33"/>
    <p:sldId id="389" r:id="rId34"/>
    <p:sldId id="388" r:id="rId35"/>
    <p:sldId id="387" r:id="rId36"/>
    <p:sldId id="386" r:id="rId37"/>
    <p:sldId id="358" r:id="rId38"/>
    <p:sldId id="397" r:id="rId39"/>
    <p:sldId id="398" r:id="rId40"/>
    <p:sldId id="399" r:id="rId41"/>
    <p:sldId id="391" r:id="rId42"/>
    <p:sldId id="359" r:id="rId43"/>
    <p:sldId id="400" r:id="rId44"/>
    <p:sldId id="401" r:id="rId45"/>
    <p:sldId id="402" r:id="rId46"/>
    <p:sldId id="392" r:id="rId47"/>
    <p:sldId id="360" r:id="rId48"/>
    <p:sldId id="361" r:id="rId49"/>
    <p:sldId id="362" r:id="rId50"/>
    <p:sldId id="363" r:id="rId51"/>
    <p:sldId id="312" r:id="rId52"/>
    <p:sldId id="365" r:id="rId53"/>
    <p:sldId id="366" r:id="rId54"/>
    <p:sldId id="306" r:id="rId55"/>
    <p:sldId id="394" r:id="rId56"/>
    <p:sldId id="393" r:id="rId57"/>
    <p:sldId id="367" r:id="rId58"/>
    <p:sldId id="368" r:id="rId59"/>
    <p:sldId id="369" r:id="rId60"/>
    <p:sldId id="372" r:id="rId61"/>
    <p:sldId id="373" r:id="rId62"/>
    <p:sldId id="374" r:id="rId63"/>
    <p:sldId id="375" r:id="rId64"/>
    <p:sldId id="376" r:id="rId65"/>
    <p:sldId id="371" r:id="rId66"/>
    <p:sldId id="259" r:id="rId67"/>
    <p:sldId id="257" r:id="rId68"/>
  </p:sldIdLst>
  <p:sldSz cx="12192000" cy="6858000"/>
  <p:notesSz cx="6858000" cy="9144000"/>
  <p:defaultTextStyle>
    <a:defPPr>
      <a:defRPr lang="da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DA92669-EBB7-4B45-B8D7-743BDFC0F40F}" v="12" dt="2025-10-01T10:54:01.91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662" autoAdjust="0"/>
    <p:restoredTop sz="76791" autoAdjust="0"/>
  </p:normalViewPr>
  <p:slideViewPr>
    <p:cSldViewPr snapToGrid="0" showGuides="1">
      <p:cViewPr varScale="1">
        <p:scale>
          <a:sx n="122" d="100"/>
          <a:sy n="122" d="100"/>
        </p:scale>
        <p:origin x="2268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microsoft.com/office/2016/11/relationships/changesInfo" Target="changesInfos/changesInfo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presProps" Target="presProps.xml"/><Relationship Id="rId75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71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ichael Sørensen Loft" userId="42949a3e-5aba-4e5d-931a-6d7b2cf6ec97" providerId="ADAL" clId="{FA52C119-A23A-4EFB-B8A5-4BE503ADFC14}"/>
    <pc:docChg chg="undo custSel addSld delSld modSld">
      <pc:chgData name="Michael Sørensen Loft" userId="42949a3e-5aba-4e5d-931a-6d7b2cf6ec97" providerId="ADAL" clId="{FA52C119-A23A-4EFB-B8A5-4BE503ADFC14}" dt="2025-10-01T10:57:53.809" v="684" actId="20577"/>
      <pc:docMkLst>
        <pc:docMk/>
      </pc:docMkLst>
      <pc:sldChg chg="add">
        <pc:chgData name="Michael Sørensen Loft" userId="42949a3e-5aba-4e5d-931a-6d7b2cf6ec97" providerId="ADAL" clId="{FA52C119-A23A-4EFB-B8A5-4BE503ADFC14}" dt="2025-10-01T09:11:50.665" v="1"/>
        <pc:sldMkLst>
          <pc:docMk/>
          <pc:sldMk cId="11397554" sldId="312"/>
        </pc:sldMkLst>
      </pc:sldChg>
      <pc:sldChg chg="del">
        <pc:chgData name="Michael Sørensen Loft" userId="42949a3e-5aba-4e5d-931a-6d7b2cf6ec97" providerId="ADAL" clId="{FA52C119-A23A-4EFB-B8A5-4BE503ADFC14}" dt="2025-10-01T09:11:30.075" v="0" actId="2696"/>
        <pc:sldMkLst>
          <pc:docMk/>
          <pc:sldMk cId="1329187049" sldId="312"/>
        </pc:sldMkLst>
      </pc:sldChg>
      <pc:sldChg chg="addSp delSp modSp mod">
        <pc:chgData name="Michael Sørensen Loft" userId="42949a3e-5aba-4e5d-931a-6d7b2cf6ec97" providerId="ADAL" clId="{FA52C119-A23A-4EFB-B8A5-4BE503ADFC14}" dt="2025-10-01T10:49:16.468" v="203" actId="478"/>
        <pc:sldMkLst>
          <pc:docMk/>
          <pc:sldMk cId="3271914419" sldId="358"/>
        </pc:sldMkLst>
        <pc:spChg chg="add del mod">
          <ac:chgData name="Michael Sørensen Loft" userId="42949a3e-5aba-4e5d-931a-6d7b2cf6ec97" providerId="ADAL" clId="{FA52C119-A23A-4EFB-B8A5-4BE503ADFC14}" dt="2025-10-01T10:49:14.253" v="201" actId="478"/>
          <ac:spMkLst>
            <pc:docMk/>
            <pc:sldMk cId="3271914419" sldId="358"/>
            <ac:spMk id="5" creationId="{6D79D5F5-169D-AD99-E910-DECFB56BF534}"/>
          </ac:spMkLst>
        </pc:spChg>
        <pc:spChg chg="add del mod">
          <ac:chgData name="Michael Sørensen Loft" userId="42949a3e-5aba-4e5d-931a-6d7b2cf6ec97" providerId="ADAL" clId="{FA52C119-A23A-4EFB-B8A5-4BE503ADFC14}" dt="2025-10-01T10:49:16.468" v="203" actId="478"/>
          <ac:spMkLst>
            <pc:docMk/>
            <pc:sldMk cId="3271914419" sldId="358"/>
            <ac:spMk id="6" creationId="{E5B7BC51-BCF5-C60F-AA66-A64AFF3918C2}"/>
          </ac:spMkLst>
        </pc:spChg>
      </pc:sldChg>
      <pc:sldChg chg="modSp mod">
        <pc:chgData name="Michael Sørensen Loft" userId="42949a3e-5aba-4e5d-931a-6d7b2cf6ec97" providerId="ADAL" clId="{FA52C119-A23A-4EFB-B8A5-4BE503ADFC14}" dt="2025-10-01T10:51:47.395" v="331" actId="6549"/>
        <pc:sldMkLst>
          <pc:docMk/>
          <pc:sldMk cId="2336889978" sldId="359"/>
        </pc:sldMkLst>
        <pc:spChg chg="mod">
          <ac:chgData name="Michael Sørensen Loft" userId="42949a3e-5aba-4e5d-931a-6d7b2cf6ec97" providerId="ADAL" clId="{FA52C119-A23A-4EFB-B8A5-4BE503ADFC14}" dt="2025-10-01T10:51:47.395" v="331" actId="6549"/>
          <ac:spMkLst>
            <pc:docMk/>
            <pc:sldMk cId="2336889978" sldId="359"/>
            <ac:spMk id="4" creationId="{00000000-0000-0000-0000-000000000000}"/>
          </ac:spMkLst>
        </pc:spChg>
      </pc:sldChg>
      <pc:sldChg chg="modSp mod">
        <pc:chgData name="Michael Sørensen Loft" userId="42949a3e-5aba-4e5d-931a-6d7b2cf6ec97" providerId="ADAL" clId="{FA52C119-A23A-4EFB-B8A5-4BE503ADFC14}" dt="2025-10-01T10:57:53.809" v="684" actId="20577"/>
        <pc:sldMkLst>
          <pc:docMk/>
          <pc:sldMk cId="2701036185" sldId="362"/>
        </pc:sldMkLst>
        <pc:spChg chg="mod">
          <ac:chgData name="Michael Sørensen Loft" userId="42949a3e-5aba-4e5d-931a-6d7b2cf6ec97" providerId="ADAL" clId="{FA52C119-A23A-4EFB-B8A5-4BE503ADFC14}" dt="2025-10-01T10:57:53.809" v="684" actId="20577"/>
          <ac:spMkLst>
            <pc:docMk/>
            <pc:sldMk cId="2701036185" sldId="362"/>
            <ac:spMk id="3" creationId="{00000000-0000-0000-0000-000000000000}"/>
          </ac:spMkLst>
        </pc:spChg>
      </pc:sldChg>
      <pc:sldChg chg="addSp modSp mod">
        <pc:chgData name="Michael Sørensen Loft" userId="42949a3e-5aba-4e5d-931a-6d7b2cf6ec97" providerId="ADAL" clId="{FA52C119-A23A-4EFB-B8A5-4BE503ADFC14}" dt="2025-10-01T10:51:18.869" v="327" actId="14100"/>
        <pc:sldMkLst>
          <pc:docMk/>
          <pc:sldMk cId="1837396465" sldId="391"/>
        </pc:sldMkLst>
        <pc:spChg chg="add mod">
          <ac:chgData name="Michael Sørensen Loft" userId="42949a3e-5aba-4e5d-931a-6d7b2cf6ec97" providerId="ADAL" clId="{FA52C119-A23A-4EFB-B8A5-4BE503ADFC14}" dt="2025-10-01T10:51:18.869" v="327" actId="14100"/>
          <ac:spMkLst>
            <pc:docMk/>
            <pc:sldMk cId="1837396465" sldId="391"/>
            <ac:spMk id="5" creationId="{653A78C6-FAF3-B2F5-2BB8-9E4368D4B9FD}"/>
          </ac:spMkLst>
        </pc:spChg>
      </pc:sldChg>
      <pc:sldChg chg="modSp mod">
        <pc:chgData name="Michael Sørensen Loft" userId="42949a3e-5aba-4e5d-931a-6d7b2cf6ec97" providerId="ADAL" clId="{FA52C119-A23A-4EFB-B8A5-4BE503ADFC14}" dt="2025-10-01T10:47:00.073" v="53" actId="6549"/>
        <pc:sldMkLst>
          <pc:docMk/>
          <pc:sldMk cId="2231811643" sldId="392"/>
        </pc:sldMkLst>
        <pc:spChg chg="mod">
          <ac:chgData name="Michael Sørensen Loft" userId="42949a3e-5aba-4e5d-931a-6d7b2cf6ec97" providerId="ADAL" clId="{FA52C119-A23A-4EFB-B8A5-4BE503ADFC14}" dt="2025-10-01T10:47:00.073" v="53" actId="6549"/>
          <ac:spMkLst>
            <pc:docMk/>
            <pc:sldMk cId="2231811643" sldId="392"/>
            <ac:spMk id="4" creationId="{82A95804-2BB5-08BF-B6AB-BAC832E96FB3}"/>
          </ac:spMkLst>
        </pc:spChg>
      </pc:sldChg>
      <pc:sldChg chg="add">
        <pc:chgData name="Michael Sørensen Loft" userId="42949a3e-5aba-4e5d-931a-6d7b2cf6ec97" providerId="ADAL" clId="{FA52C119-A23A-4EFB-B8A5-4BE503ADFC14}" dt="2025-10-01T10:43:48.727" v="49"/>
        <pc:sldMkLst>
          <pc:docMk/>
          <pc:sldMk cId="2151998191" sldId="395"/>
        </pc:sldMkLst>
      </pc:sldChg>
      <pc:sldChg chg="del">
        <pc:chgData name="Michael Sørensen Loft" userId="42949a3e-5aba-4e5d-931a-6d7b2cf6ec97" providerId="ADAL" clId="{FA52C119-A23A-4EFB-B8A5-4BE503ADFC14}" dt="2025-10-01T10:43:33.954" v="48" actId="2696"/>
        <pc:sldMkLst>
          <pc:docMk/>
          <pc:sldMk cId="2681210343" sldId="395"/>
        </pc:sldMkLst>
      </pc:sldChg>
      <pc:sldChg chg="addSp modSp new mod">
        <pc:chgData name="Michael Sørensen Loft" userId="42949a3e-5aba-4e5d-931a-6d7b2cf6ec97" providerId="ADAL" clId="{FA52C119-A23A-4EFB-B8A5-4BE503ADFC14}" dt="2025-10-01T09:14:26.037" v="47" actId="20577"/>
        <pc:sldMkLst>
          <pc:docMk/>
          <pc:sldMk cId="468363871" sldId="396"/>
        </pc:sldMkLst>
        <pc:spChg chg="mod">
          <ac:chgData name="Michael Sørensen Loft" userId="42949a3e-5aba-4e5d-931a-6d7b2cf6ec97" providerId="ADAL" clId="{FA52C119-A23A-4EFB-B8A5-4BE503ADFC14}" dt="2025-10-01T09:14:26.037" v="47" actId="20577"/>
          <ac:spMkLst>
            <pc:docMk/>
            <pc:sldMk cId="468363871" sldId="396"/>
            <ac:spMk id="2" creationId="{260DAB5A-7F83-883A-2166-D84EA5E11C8D}"/>
          </ac:spMkLst>
        </pc:spChg>
        <pc:picChg chg="add mod">
          <ac:chgData name="Michael Sørensen Loft" userId="42949a3e-5aba-4e5d-931a-6d7b2cf6ec97" providerId="ADAL" clId="{FA52C119-A23A-4EFB-B8A5-4BE503ADFC14}" dt="2025-10-01T09:14:18.393" v="9" actId="1076"/>
          <ac:picMkLst>
            <pc:docMk/>
            <pc:sldMk cId="468363871" sldId="396"/>
            <ac:picMk id="5" creationId="{54381942-F6B1-53D4-485A-E1175BDE4C50}"/>
          </ac:picMkLst>
        </pc:picChg>
      </pc:sldChg>
      <pc:sldChg chg="add">
        <pc:chgData name="Michael Sørensen Loft" userId="42949a3e-5aba-4e5d-931a-6d7b2cf6ec97" providerId="ADAL" clId="{FA52C119-A23A-4EFB-B8A5-4BE503ADFC14}" dt="2025-10-01T10:49:11.601" v="200"/>
        <pc:sldMkLst>
          <pc:docMk/>
          <pc:sldMk cId="3094033879" sldId="397"/>
        </pc:sldMkLst>
      </pc:sldChg>
      <pc:sldChg chg="modSp add mod">
        <pc:chgData name="Michael Sørensen Loft" userId="42949a3e-5aba-4e5d-931a-6d7b2cf6ec97" providerId="ADAL" clId="{FA52C119-A23A-4EFB-B8A5-4BE503ADFC14}" dt="2025-10-01T10:50:46.388" v="320" actId="6549"/>
        <pc:sldMkLst>
          <pc:docMk/>
          <pc:sldMk cId="1505462457" sldId="398"/>
        </pc:sldMkLst>
        <pc:spChg chg="mod">
          <ac:chgData name="Michael Sørensen Loft" userId="42949a3e-5aba-4e5d-931a-6d7b2cf6ec97" providerId="ADAL" clId="{FA52C119-A23A-4EFB-B8A5-4BE503ADFC14}" dt="2025-10-01T10:49:44.310" v="209" actId="14100"/>
          <ac:spMkLst>
            <pc:docMk/>
            <pc:sldMk cId="1505462457" sldId="398"/>
            <ac:spMk id="5" creationId="{DD6E77DC-3DCD-FA6C-6B4C-D970488C37A5}"/>
          </ac:spMkLst>
        </pc:spChg>
        <pc:spChg chg="mod">
          <ac:chgData name="Michael Sørensen Loft" userId="42949a3e-5aba-4e5d-931a-6d7b2cf6ec97" providerId="ADAL" clId="{FA52C119-A23A-4EFB-B8A5-4BE503ADFC14}" dt="2025-10-01T10:50:46.388" v="320" actId="6549"/>
          <ac:spMkLst>
            <pc:docMk/>
            <pc:sldMk cId="1505462457" sldId="398"/>
            <ac:spMk id="6" creationId="{1DF0BC07-A068-F98C-FBE8-31C5F63016B6}"/>
          </ac:spMkLst>
        </pc:spChg>
      </pc:sldChg>
      <pc:sldChg chg="modSp add mod">
        <pc:chgData name="Michael Sørensen Loft" userId="42949a3e-5aba-4e5d-931a-6d7b2cf6ec97" providerId="ADAL" clId="{FA52C119-A23A-4EFB-B8A5-4BE503ADFC14}" dt="2025-10-01T10:50:57.294" v="323" actId="20577"/>
        <pc:sldMkLst>
          <pc:docMk/>
          <pc:sldMk cId="1797525906" sldId="399"/>
        </pc:sldMkLst>
        <pc:spChg chg="mod">
          <ac:chgData name="Michael Sørensen Loft" userId="42949a3e-5aba-4e5d-931a-6d7b2cf6ec97" providerId="ADAL" clId="{FA52C119-A23A-4EFB-B8A5-4BE503ADFC14}" dt="2025-10-01T10:50:37.757" v="319" actId="14100"/>
          <ac:spMkLst>
            <pc:docMk/>
            <pc:sldMk cId="1797525906" sldId="399"/>
            <ac:spMk id="5" creationId="{87D36519-9E20-3973-B69A-0B6E4708C920}"/>
          </ac:spMkLst>
        </pc:spChg>
        <pc:spChg chg="mod">
          <ac:chgData name="Michael Sørensen Loft" userId="42949a3e-5aba-4e5d-931a-6d7b2cf6ec97" providerId="ADAL" clId="{FA52C119-A23A-4EFB-B8A5-4BE503ADFC14}" dt="2025-10-01T10:50:57.294" v="323" actId="20577"/>
          <ac:spMkLst>
            <pc:docMk/>
            <pc:sldMk cId="1797525906" sldId="399"/>
            <ac:spMk id="6" creationId="{6833784D-741F-E7D4-F169-5F5A65603EB9}"/>
          </ac:spMkLst>
        </pc:spChg>
      </pc:sldChg>
      <pc:sldChg chg="addSp modSp add mod">
        <pc:chgData name="Michael Sørensen Loft" userId="42949a3e-5aba-4e5d-931a-6d7b2cf6ec97" providerId="ADAL" clId="{FA52C119-A23A-4EFB-B8A5-4BE503ADFC14}" dt="2025-10-01T10:52:52.694" v="344" actId="14100"/>
        <pc:sldMkLst>
          <pc:docMk/>
          <pc:sldMk cId="4099019351" sldId="400"/>
        </pc:sldMkLst>
        <pc:spChg chg="add mod">
          <ac:chgData name="Michael Sørensen Loft" userId="42949a3e-5aba-4e5d-931a-6d7b2cf6ec97" providerId="ADAL" clId="{FA52C119-A23A-4EFB-B8A5-4BE503ADFC14}" dt="2025-10-01T10:52:42.546" v="341" actId="14100"/>
          <ac:spMkLst>
            <pc:docMk/>
            <pc:sldMk cId="4099019351" sldId="400"/>
            <ac:spMk id="5" creationId="{A211DFF9-9F51-96D8-6B0F-BB337BE8510C}"/>
          </ac:spMkLst>
        </pc:spChg>
        <pc:spChg chg="add mod">
          <ac:chgData name="Michael Sørensen Loft" userId="42949a3e-5aba-4e5d-931a-6d7b2cf6ec97" providerId="ADAL" clId="{FA52C119-A23A-4EFB-B8A5-4BE503ADFC14}" dt="2025-10-01T10:52:42.546" v="341" actId="14100"/>
          <ac:spMkLst>
            <pc:docMk/>
            <pc:sldMk cId="4099019351" sldId="400"/>
            <ac:spMk id="6" creationId="{FC2308C2-F920-D184-8D09-6983F2D55805}"/>
          </ac:spMkLst>
        </pc:spChg>
        <pc:spChg chg="add mod">
          <ac:chgData name="Michael Sørensen Loft" userId="42949a3e-5aba-4e5d-931a-6d7b2cf6ec97" providerId="ADAL" clId="{FA52C119-A23A-4EFB-B8A5-4BE503ADFC14}" dt="2025-10-01T10:52:52.694" v="344" actId="14100"/>
          <ac:spMkLst>
            <pc:docMk/>
            <pc:sldMk cId="4099019351" sldId="400"/>
            <ac:spMk id="7" creationId="{3F7393BB-C138-EA2E-5FEF-007704A9DB36}"/>
          </ac:spMkLst>
        </pc:spChg>
        <pc:spChg chg="add mod">
          <ac:chgData name="Michael Sørensen Loft" userId="42949a3e-5aba-4e5d-931a-6d7b2cf6ec97" providerId="ADAL" clId="{FA52C119-A23A-4EFB-B8A5-4BE503ADFC14}" dt="2025-10-01T10:52:45.821" v="342"/>
          <ac:spMkLst>
            <pc:docMk/>
            <pc:sldMk cId="4099019351" sldId="400"/>
            <ac:spMk id="8" creationId="{E9C83210-552C-7494-F1EA-54EEEF8CEB2D}"/>
          </ac:spMkLst>
        </pc:spChg>
      </pc:sldChg>
      <pc:sldChg chg="modSp add mod">
        <pc:chgData name="Michael Sørensen Loft" userId="42949a3e-5aba-4e5d-931a-6d7b2cf6ec97" providerId="ADAL" clId="{FA52C119-A23A-4EFB-B8A5-4BE503ADFC14}" dt="2025-10-01T10:53:55.930" v="447" actId="20577"/>
        <pc:sldMkLst>
          <pc:docMk/>
          <pc:sldMk cId="2442669825" sldId="401"/>
        </pc:sldMkLst>
        <pc:spChg chg="mod">
          <ac:chgData name="Michael Sørensen Loft" userId="42949a3e-5aba-4e5d-931a-6d7b2cf6ec97" providerId="ADAL" clId="{FA52C119-A23A-4EFB-B8A5-4BE503ADFC14}" dt="2025-10-01T10:53:20.523" v="349" actId="14100"/>
          <ac:spMkLst>
            <pc:docMk/>
            <pc:sldMk cId="2442669825" sldId="401"/>
            <ac:spMk id="7" creationId="{A61461A1-95F3-939C-25EA-8B1408DFF8F6}"/>
          </ac:spMkLst>
        </pc:spChg>
        <pc:spChg chg="mod">
          <ac:chgData name="Michael Sørensen Loft" userId="42949a3e-5aba-4e5d-931a-6d7b2cf6ec97" providerId="ADAL" clId="{FA52C119-A23A-4EFB-B8A5-4BE503ADFC14}" dt="2025-10-01T10:53:55.930" v="447" actId="20577"/>
          <ac:spMkLst>
            <pc:docMk/>
            <pc:sldMk cId="2442669825" sldId="401"/>
            <ac:spMk id="8" creationId="{64118721-BDE1-C620-488F-E40C578037E3}"/>
          </ac:spMkLst>
        </pc:spChg>
      </pc:sldChg>
      <pc:sldChg chg="modSp add mod">
        <pc:chgData name="Michael Sørensen Loft" userId="42949a3e-5aba-4e5d-931a-6d7b2cf6ec97" providerId="ADAL" clId="{FA52C119-A23A-4EFB-B8A5-4BE503ADFC14}" dt="2025-10-01T10:55:50.992" v="621" actId="14100"/>
        <pc:sldMkLst>
          <pc:docMk/>
          <pc:sldMk cId="498094188" sldId="402"/>
        </pc:sldMkLst>
        <pc:spChg chg="mod">
          <ac:chgData name="Michael Sørensen Loft" userId="42949a3e-5aba-4e5d-931a-6d7b2cf6ec97" providerId="ADAL" clId="{FA52C119-A23A-4EFB-B8A5-4BE503ADFC14}" dt="2025-10-01T10:54:19.390" v="453" actId="1076"/>
          <ac:spMkLst>
            <pc:docMk/>
            <pc:sldMk cId="498094188" sldId="402"/>
            <ac:spMk id="7" creationId="{0E914EE5-B8B1-43E9-BE6F-696E7C9F9A8B}"/>
          </ac:spMkLst>
        </pc:spChg>
        <pc:spChg chg="mod">
          <ac:chgData name="Michael Sørensen Loft" userId="42949a3e-5aba-4e5d-931a-6d7b2cf6ec97" providerId="ADAL" clId="{FA52C119-A23A-4EFB-B8A5-4BE503ADFC14}" dt="2025-10-01T10:55:50.992" v="621" actId="14100"/>
          <ac:spMkLst>
            <pc:docMk/>
            <pc:sldMk cId="498094188" sldId="402"/>
            <ac:spMk id="8" creationId="{1C9ACF55-37B7-93ED-4FE7-ED4864035163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a-DK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3D45B35-5990-4A22-9246-3EAB55A12994}" type="datetimeFigureOut">
              <a:rPr lang="da-DK" smtClean="0"/>
              <a:t>01-10-2025</a:t>
            </a:fld>
            <a:endParaRPr lang="da-DK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a-DK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a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41AB761-37ED-4EFA-99FC-D346B55B115C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40339032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The Sensor</a:t>
            </a:r>
            <a:r>
              <a:rPr lang="da-DK" baseline="0" dirty="0"/>
              <a:t> </a:t>
            </a:r>
            <a:r>
              <a:rPr lang="da-DK" baseline="0" dirty="0" err="1"/>
              <a:t>may</a:t>
            </a:r>
            <a:r>
              <a:rPr lang="da-DK" baseline="0" dirty="0"/>
              <a:t> </a:t>
            </a:r>
            <a:r>
              <a:rPr lang="da-DK" baseline="0" dirty="0" err="1"/>
              <a:t>reply</a:t>
            </a:r>
            <a:r>
              <a:rPr lang="da-DK" baseline="0" dirty="0"/>
              <a:t> with data </a:t>
            </a:r>
            <a:r>
              <a:rPr lang="da-DK" baseline="0" dirty="0" err="1"/>
              <a:t>formatted</a:t>
            </a:r>
            <a:r>
              <a:rPr lang="da-DK" baseline="0" dirty="0"/>
              <a:t> in a </a:t>
            </a:r>
            <a:r>
              <a:rPr lang="da-DK" baseline="0" dirty="0" err="1"/>
              <a:t>strange</a:t>
            </a:r>
            <a:r>
              <a:rPr lang="da-DK" baseline="0" dirty="0"/>
              <a:t> </a:t>
            </a:r>
            <a:r>
              <a:rPr lang="da-DK" baseline="0" dirty="0" err="1"/>
              <a:t>way</a:t>
            </a:r>
            <a:r>
              <a:rPr lang="da-DK" baseline="0" dirty="0"/>
              <a:t>, </a:t>
            </a:r>
            <a:r>
              <a:rPr lang="da-DK" baseline="0" dirty="0" err="1"/>
              <a:t>which</a:t>
            </a:r>
            <a:r>
              <a:rPr lang="da-DK" baseline="0" dirty="0"/>
              <a:t> </a:t>
            </a:r>
            <a:r>
              <a:rPr lang="da-DK" baseline="0" dirty="0" err="1"/>
              <a:t>shall</a:t>
            </a:r>
            <a:r>
              <a:rPr lang="da-DK" baseline="0" dirty="0"/>
              <a:t> </a:t>
            </a:r>
            <a:r>
              <a:rPr lang="da-DK" baseline="0" dirty="0" err="1"/>
              <a:t>be</a:t>
            </a:r>
            <a:r>
              <a:rPr lang="da-DK" baseline="0" dirty="0"/>
              <a:t> </a:t>
            </a:r>
            <a:r>
              <a:rPr lang="da-DK" baseline="0" dirty="0" err="1"/>
              <a:t>translated</a:t>
            </a:r>
            <a:r>
              <a:rPr lang="da-DK" baseline="0" dirty="0"/>
              <a:t>.</a:t>
            </a:r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1AB761-37ED-4EFA-99FC-D346B55B115C}" type="slidenum">
              <a:rPr lang="da-DK" smtClean="0"/>
              <a:t>4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8847405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EE89D7-624B-E450-2AD6-848636DA6A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D5C164-C9BE-84F4-8893-75C6C79DEA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53F39F-C17F-1C88-5926-6D1CE17BCF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The Sensor</a:t>
            </a:r>
            <a:r>
              <a:rPr lang="da-DK" baseline="0" dirty="0"/>
              <a:t> </a:t>
            </a:r>
            <a:r>
              <a:rPr lang="da-DK" baseline="0" dirty="0" err="1"/>
              <a:t>may</a:t>
            </a:r>
            <a:r>
              <a:rPr lang="da-DK" baseline="0" dirty="0"/>
              <a:t> </a:t>
            </a:r>
            <a:r>
              <a:rPr lang="da-DK" baseline="0" dirty="0" err="1"/>
              <a:t>reply</a:t>
            </a:r>
            <a:r>
              <a:rPr lang="da-DK" baseline="0" dirty="0"/>
              <a:t> with data </a:t>
            </a:r>
            <a:r>
              <a:rPr lang="da-DK" baseline="0" dirty="0" err="1"/>
              <a:t>formatted</a:t>
            </a:r>
            <a:r>
              <a:rPr lang="da-DK" baseline="0" dirty="0"/>
              <a:t> in a </a:t>
            </a:r>
            <a:r>
              <a:rPr lang="da-DK" baseline="0" dirty="0" err="1"/>
              <a:t>strange</a:t>
            </a:r>
            <a:r>
              <a:rPr lang="da-DK" baseline="0" dirty="0"/>
              <a:t> </a:t>
            </a:r>
            <a:r>
              <a:rPr lang="da-DK" baseline="0" dirty="0" err="1"/>
              <a:t>way</a:t>
            </a:r>
            <a:r>
              <a:rPr lang="da-DK" baseline="0" dirty="0"/>
              <a:t>, </a:t>
            </a:r>
            <a:r>
              <a:rPr lang="da-DK" baseline="0" dirty="0" err="1"/>
              <a:t>which</a:t>
            </a:r>
            <a:r>
              <a:rPr lang="da-DK" baseline="0" dirty="0"/>
              <a:t> </a:t>
            </a:r>
            <a:r>
              <a:rPr lang="da-DK" baseline="0" dirty="0" err="1"/>
              <a:t>shall</a:t>
            </a:r>
            <a:r>
              <a:rPr lang="da-DK" baseline="0" dirty="0"/>
              <a:t> </a:t>
            </a:r>
            <a:r>
              <a:rPr lang="da-DK" baseline="0" dirty="0" err="1"/>
              <a:t>be</a:t>
            </a:r>
            <a:r>
              <a:rPr lang="da-DK" baseline="0" dirty="0"/>
              <a:t> </a:t>
            </a:r>
            <a:r>
              <a:rPr lang="da-DK" baseline="0" dirty="0" err="1"/>
              <a:t>translated</a:t>
            </a:r>
            <a:r>
              <a:rPr lang="da-DK" baseline="0" dirty="0"/>
              <a:t>.</a:t>
            </a:r>
            <a:endParaRPr lang="da-DK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BB71EC-EE19-2D63-0256-8EA93C3DDC0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1AB761-37ED-4EFA-99FC-D346B55B115C}" type="slidenum">
              <a:rPr lang="da-DK" smtClean="0"/>
              <a:t>5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69128089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CD6ED2-A09F-AC25-B128-6B91A4679E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2D755A3-0FE1-F84A-8A2B-29EAB617E1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10BCCDE-6633-0AAB-269C-505761C3F7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The Sensor</a:t>
            </a:r>
            <a:r>
              <a:rPr lang="da-DK" baseline="0" dirty="0"/>
              <a:t> </a:t>
            </a:r>
            <a:r>
              <a:rPr lang="da-DK" baseline="0" dirty="0" err="1"/>
              <a:t>may</a:t>
            </a:r>
            <a:r>
              <a:rPr lang="da-DK" baseline="0" dirty="0"/>
              <a:t> </a:t>
            </a:r>
            <a:r>
              <a:rPr lang="da-DK" baseline="0" dirty="0" err="1"/>
              <a:t>reply</a:t>
            </a:r>
            <a:r>
              <a:rPr lang="da-DK" baseline="0" dirty="0"/>
              <a:t> with data </a:t>
            </a:r>
            <a:r>
              <a:rPr lang="da-DK" baseline="0" dirty="0" err="1"/>
              <a:t>formatted</a:t>
            </a:r>
            <a:r>
              <a:rPr lang="da-DK" baseline="0" dirty="0"/>
              <a:t> in a </a:t>
            </a:r>
            <a:r>
              <a:rPr lang="da-DK" baseline="0" dirty="0" err="1"/>
              <a:t>strange</a:t>
            </a:r>
            <a:r>
              <a:rPr lang="da-DK" baseline="0" dirty="0"/>
              <a:t> </a:t>
            </a:r>
            <a:r>
              <a:rPr lang="da-DK" baseline="0" dirty="0" err="1"/>
              <a:t>way</a:t>
            </a:r>
            <a:r>
              <a:rPr lang="da-DK" baseline="0" dirty="0"/>
              <a:t>, </a:t>
            </a:r>
            <a:r>
              <a:rPr lang="da-DK" baseline="0" dirty="0" err="1"/>
              <a:t>which</a:t>
            </a:r>
            <a:r>
              <a:rPr lang="da-DK" baseline="0" dirty="0"/>
              <a:t> </a:t>
            </a:r>
            <a:r>
              <a:rPr lang="da-DK" baseline="0" dirty="0" err="1"/>
              <a:t>shall</a:t>
            </a:r>
            <a:r>
              <a:rPr lang="da-DK" baseline="0" dirty="0"/>
              <a:t> </a:t>
            </a:r>
            <a:r>
              <a:rPr lang="da-DK" baseline="0" dirty="0" err="1"/>
              <a:t>be</a:t>
            </a:r>
            <a:r>
              <a:rPr lang="da-DK" baseline="0" dirty="0"/>
              <a:t> </a:t>
            </a:r>
            <a:r>
              <a:rPr lang="da-DK" baseline="0" dirty="0" err="1"/>
              <a:t>translated</a:t>
            </a:r>
            <a:r>
              <a:rPr lang="da-DK" baseline="0" dirty="0"/>
              <a:t>.</a:t>
            </a:r>
            <a:endParaRPr lang="da-DK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FB5144-788D-18DC-9343-35748FBF366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1AB761-37ED-4EFA-99FC-D346B55B115C}" type="slidenum">
              <a:rPr lang="da-DK" smtClean="0"/>
              <a:t>6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9614180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BE9F12-1B55-138A-F5CA-8BF46D644D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59D358D-5527-6C43-BDE2-8502704C7C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EA81923-FD64-6DDE-2E9E-019EF6B413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The Sensor</a:t>
            </a:r>
            <a:r>
              <a:rPr lang="da-DK" baseline="0" dirty="0"/>
              <a:t> </a:t>
            </a:r>
            <a:r>
              <a:rPr lang="da-DK" baseline="0" dirty="0" err="1"/>
              <a:t>may</a:t>
            </a:r>
            <a:r>
              <a:rPr lang="da-DK" baseline="0" dirty="0"/>
              <a:t> </a:t>
            </a:r>
            <a:r>
              <a:rPr lang="da-DK" baseline="0" dirty="0" err="1"/>
              <a:t>reply</a:t>
            </a:r>
            <a:r>
              <a:rPr lang="da-DK" baseline="0" dirty="0"/>
              <a:t> with data </a:t>
            </a:r>
            <a:r>
              <a:rPr lang="da-DK" baseline="0" dirty="0" err="1"/>
              <a:t>formatted</a:t>
            </a:r>
            <a:r>
              <a:rPr lang="da-DK" baseline="0" dirty="0"/>
              <a:t> in a </a:t>
            </a:r>
            <a:r>
              <a:rPr lang="da-DK" baseline="0" dirty="0" err="1"/>
              <a:t>strange</a:t>
            </a:r>
            <a:r>
              <a:rPr lang="da-DK" baseline="0" dirty="0"/>
              <a:t> </a:t>
            </a:r>
            <a:r>
              <a:rPr lang="da-DK" baseline="0" dirty="0" err="1"/>
              <a:t>way</a:t>
            </a:r>
            <a:r>
              <a:rPr lang="da-DK" baseline="0" dirty="0"/>
              <a:t>, </a:t>
            </a:r>
            <a:r>
              <a:rPr lang="da-DK" baseline="0" dirty="0" err="1"/>
              <a:t>which</a:t>
            </a:r>
            <a:r>
              <a:rPr lang="da-DK" baseline="0" dirty="0"/>
              <a:t> </a:t>
            </a:r>
            <a:r>
              <a:rPr lang="da-DK" baseline="0" dirty="0" err="1"/>
              <a:t>shall</a:t>
            </a:r>
            <a:r>
              <a:rPr lang="da-DK" baseline="0" dirty="0"/>
              <a:t> </a:t>
            </a:r>
            <a:r>
              <a:rPr lang="da-DK" baseline="0" dirty="0" err="1"/>
              <a:t>be</a:t>
            </a:r>
            <a:r>
              <a:rPr lang="da-DK" baseline="0" dirty="0"/>
              <a:t> </a:t>
            </a:r>
            <a:r>
              <a:rPr lang="da-DK" baseline="0" dirty="0" err="1"/>
              <a:t>translated</a:t>
            </a:r>
            <a:r>
              <a:rPr lang="da-DK" baseline="0" dirty="0"/>
              <a:t>.</a:t>
            </a:r>
            <a:endParaRPr lang="da-DK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252453-5BA5-F899-7E52-CA527CABF69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1AB761-37ED-4EFA-99FC-D346B55B115C}" type="slidenum">
              <a:rPr lang="da-DK" smtClean="0"/>
              <a:t>7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96956136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1AB761-37ED-4EFA-99FC-D346B55B115C}" type="slidenum">
              <a:rPr lang="da-DK" smtClean="0"/>
              <a:t>8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31969570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But </a:t>
            </a:r>
            <a:r>
              <a:rPr lang="da-DK" dirty="0" err="1"/>
              <a:t>every</a:t>
            </a:r>
            <a:r>
              <a:rPr lang="da-DK" baseline="0" dirty="0"/>
              <a:t> </a:t>
            </a:r>
            <a:r>
              <a:rPr lang="da-DK" baseline="0" dirty="0" err="1"/>
              <a:t>responsibility</a:t>
            </a:r>
            <a:r>
              <a:rPr lang="da-DK" baseline="0" dirty="0"/>
              <a:t> is a </a:t>
            </a:r>
            <a:r>
              <a:rPr lang="da-DK" baseline="0" dirty="0" err="1"/>
              <a:t>reason</a:t>
            </a:r>
            <a:r>
              <a:rPr lang="da-DK" baseline="0" dirty="0"/>
              <a:t>.</a:t>
            </a:r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1AB761-37ED-4EFA-99FC-D346B55B115C}" type="slidenum">
              <a:rPr lang="da-DK" smtClean="0"/>
              <a:t>9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93565830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1AB761-37ED-4EFA-99FC-D346B55B115C}" type="slidenum">
              <a:rPr lang="da-DK" smtClean="0"/>
              <a:t>10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0007301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A9FA66-1671-08C4-64E9-AF98C55FB5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5C7C8B-9F44-08DE-4A3B-F418DBA605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ADEEB7E-D433-AF27-BB6C-ADD99EEE87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C2EDCB-7CF6-91DE-2CE6-EFD10CEEB4E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1AB761-37ED-4EFA-99FC-D346B55B115C}" type="slidenum">
              <a:rPr lang="da-DK" smtClean="0"/>
              <a:t>11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54125157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1AB761-37ED-4EFA-99FC-D346B55B115C}" type="slidenum">
              <a:rPr lang="da-DK" smtClean="0"/>
              <a:t>12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406285511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35E0B2-BC4F-8476-FAE6-B4AD62FF27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D94EDCD-9947-5CC2-9698-C8FFAD2AD9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FA36C38-CA03-C21B-3BEE-66A2416313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A00105-B9CB-2B1C-BA67-69E98557222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1AB761-37ED-4EFA-99FC-D346B55B115C}" type="slidenum">
              <a:rPr lang="da-DK" smtClean="0"/>
              <a:t>13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81108020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1AB761-37ED-4EFA-99FC-D346B55B115C}" type="slidenum">
              <a:rPr lang="da-DK" smtClean="0"/>
              <a:t>14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9351901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1AB761-37ED-4EFA-99FC-D346B55B115C}" type="slidenum">
              <a:rPr lang="da-DK" smtClean="0"/>
              <a:t>15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30571065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1AB761-37ED-4EFA-99FC-D346B55B115C}" type="slidenum">
              <a:rPr lang="da-DK" smtClean="0"/>
              <a:t>16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57371408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1AB761-37ED-4EFA-99FC-D346B55B115C}" type="slidenum">
              <a:rPr lang="da-DK" smtClean="0"/>
              <a:t>17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0633252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 err="1"/>
              <a:t>Let’s</a:t>
            </a:r>
            <a:r>
              <a:rPr lang="da-DK" dirty="0"/>
              <a:t> </a:t>
            </a:r>
            <a:r>
              <a:rPr lang="da-DK" dirty="0" err="1"/>
              <a:t>assume</a:t>
            </a:r>
            <a:r>
              <a:rPr lang="da-DK" dirty="0"/>
              <a:t>, </a:t>
            </a:r>
            <a:r>
              <a:rPr lang="da-DK" dirty="0" err="1"/>
              <a:t>that</a:t>
            </a:r>
            <a:r>
              <a:rPr lang="da-DK" dirty="0"/>
              <a:t> the </a:t>
            </a:r>
            <a:r>
              <a:rPr lang="da-DK" dirty="0" err="1"/>
              <a:t>DataContainer</a:t>
            </a:r>
            <a:r>
              <a:rPr lang="da-DK" dirty="0"/>
              <a:t> </a:t>
            </a:r>
            <a:r>
              <a:rPr lang="da-DK" dirty="0" err="1"/>
              <a:t>only</a:t>
            </a:r>
            <a:r>
              <a:rPr lang="da-DK" baseline="0" dirty="0"/>
              <a:t> </a:t>
            </a:r>
            <a:r>
              <a:rPr lang="da-DK" baseline="0" dirty="0" err="1"/>
              <a:t>can</a:t>
            </a:r>
            <a:r>
              <a:rPr lang="da-DK" baseline="0" dirty="0"/>
              <a:t> hold a single </a:t>
            </a:r>
            <a:r>
              <a:rPr lang="da-DK" baseline="0" dirty="0" err="1"/>
              <a:t>value</a:t>
            </a:r>
            <a:r>
              <a:rPr lang="da-DK" baseline="0" dirty="0"/>
              <a:t>.</a:t>
            </a:r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1AB761-37ED-4EFA-99FC-D346B55B115C}" type="slidenum">
              <a:rPr lang="da-DK" smtClean="0"/>
              <a:t>18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71820615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B5C2D8-75C4-385E-2C69-2022AE6C6A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560B20-EA51-2560-C5F8-39D26C6C7F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B4A5C33-329D-D856-2378-6990868409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 err="1"/>
              <a:t>Let’s</a:t>
            </a:r>
            <a:r>
              <a:rPr lang="da-DK" dirty="0"/>
              <a:t> </a:t>
            </a:r>
            <a:r>
              <a:rPr lang="da-DK" dirty="0" err="1"/>
              <a:t>assume</a:t>
            </a:r>
            <a:r>
              <a:rPr lang="da-DK" dirty="0"/>
              <a:t>, </a:t>
            </a:r>
            <a:r>
              <a:rPr lang="da-DK" dirty="0" err="1"/>
              <a:t>that</a:t>
            </a:r>
            <a:r>
              <a:rPr lang="da-DK" dirty="0"/>
              <a:t> the </a:t>
            </a:r>
            <a:r>
              <a:rPr lang="da-DK" dirty="0" err="1"/>
              <a:t>DataContainer</a:t>
            </a:r>
            <a:r>
              <a:rPr lang="da-DK" dirty="0"/>
              <a:t> </a:t>
            </a:r>
            <a:r>
              <a:rPr lang="da-DK" dirty="0" err="1"/>
              <a:t>only</a:t>
            </a:r>
            <a:r>
              <a:rPr lang="da-DK" baseline="0" dirty="0"/>
              <a:t> </a:t>
            </a:r>
            <a:r>
              <a:rPr lang="da-DK" baseline="0" dirty="0" err="1"/>
              <a:t>can</a:t>
            </a:r>
            <a:r>
              <a:rPr lang="da-DK" baseline="0" dirty="0"/>
              <a:t> hold a single </a:t>
            </a:r>
            <a:r>
              <a:rPr lang="da-DK" baseline="0" dirty="0" err="1"/>
              <a:t>value</a:t>
            </a:r>
            <a:r>
              <a:rPr lang="da-DK" baseline="0" dirty="0"/>
              <a:t>.</a:t>
            </a:r>
            <a:endParaRPr lang="da-DK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037D9E-7086-7B01-8805-B38C41E8691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1AB761-37ED-4EFA-99FC-D346B55B115C}" type="slidenum">
              <a:rPr lang="da-DK" smtClean="0"/>
              <a:t>19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54747032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 err="1"/>
              <a:t>Let’s</a:t>
            </a:r>
            <a:r>
              <a:rPr lang="da-DK" dirty="0"/>
              <a:t> </a:t>
            </a:r>
            <a:r>
              <a:rPr lang="da-DK" dirty="0" err="1"/>
              <a:t>assume</a:t>
            </a:r>
            <a:r>
              <a:rPr lang="da-DK" dirty="0"/>
              <a:t>, </a:t>
            </a:r>
            <a:r>
              <a:rPr lang="da-DK" dirty="0" err="1"/>
              <a:t>that</a:t>
            </a:r>
            <a:r>
              <a:rPr lang="da-DK" dirty="0"/>
              <a:t> the </a:t>
            </a:r>
            <a:r>
              <a:rPr lang="da-DK" dirty="0" err="1"/>
              <a:t>DataContainer</a:t>
            </a:r>
            <a:r>
              <a:rPr lang="da-DK" dirty="0"/>
              <a:t> </a:t>
            </a:r>
            <a:r>
              <a:rPr lang="da-DK" dirty="0" err="1"/>
              <a:t>only</a:t>
            </a:r>
            <a:r>
              <a:rPr lang="da-DK" baseline="0" dirty="0"/>
              <a:t> </a:t>
            </a:r>
            <a:r>
              <a:rPr lang="da-DK" baseline="0" dirty="0" err="1"/>
              <a:t>can</a:t>
            </a:r>
            <a:r>
              <a:rPr lang="da-DK" baseline="0" dirty="0"/>
              <a:t> hold a single </a:t>
            </a:r>
            <a:r>
              <a:rPr lang="da-DK" baseline="0" dirty="0" err="1"/>
              <a:t>value</a:t>
            </a:r>
            <a:r>
              <a:rPr lang="da-DK" baseline="0" dirty="0"/>
              <a:t>.</a:t>
            </a:r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1AB761-37ED-4EFA-99FC-D346B55B115C}" type="slidenum">
              <a:rPr lang="da-DK" smtClean="0"/>
              <a:t>21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49039566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 err="1"/>
              <a:t>Let’s</a:t>
            </a:r>
            <a:r>
              <a:rPr lang="da-DK" dirty="0"/>
              <a:t> </a:t>
            </a:r>
            <a:r>
              <a:rPr lang="da-DK" dirty="0" err="1"/>
              <a:t>assume</a:t>
            </a:r>
            <a:r>
              <a:rPr lang="da-DK" dirty="0"/>
              <a:t>, </a:t>
            </a:r>
            <a:r>
              <a:rPr lang="da-DK" dirty="0" err="1"/>
              <a:t>that</a:t>
            </a:r>
            <a:r>
              <a:rPr lang="da-DK" dirty="0"/>
              <a:t> the </a:t>
            </a:r>
            <a:r>
              <a:rPr lang="da-DK" dirty="0" err="1"/>
              <a:t>DataContainer</a:t>
            </a:r>
            <a:r>
              <a:rPr lang="da-DK" dirty="0"/>
              <a:t> </a:t>
            </a:r>
            <a:r>
              <a:rPr lang="da-DK" dirty="0" err="1"/>
              <a:t>only</a:t>
            </a:r>
            <a:r>
              <a:rPr lang="da-DK" baseline="0" dirty="0"/>
              <a:t> </a:t>
            </a:r>
            <a:r>
              <a:rPr lang="da-DK" baseline="0" dirty="0" err="1"/>
              <a:t>can</a:t>
            </a:r>
            <a:r>
              <a:rPr lang="da-DK" baseline="0" dirty="0"/>
              <a:t> hold a single </a:t>
            </a:r>
            <a:r>
              <a:rPr lang="da-DK" baseline="0" dirty="0" err="1"/>
              <a:t>value</a:t>
            </a:r>
            <a:r>
              <a:rPr lang="da-DK" baseline="0" dirty="0"/>
              <a:t>.</a:t>
            </a:r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1AB761-37ED-4EFA-99FC-D346B55B115C}" type="slidenum">
              <a:rPr lang="da-DK" smtClean="0"/>
              <a:t>22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73620012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Det lyder lige som noget vi har brug for.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1AB761-37ED-4EFA-99FC-D346B55B115C}" type="slidenum">
              <a:rPr lang="da-DK" smtClean="0"/>
              <a:t>31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7094180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8D2CE7-9309-7383-BE0E-9925E0CA6B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1F61F7-479D-892C-3FA0-75355A8B53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EA59018-D2AA-FE88-EF55-C203A07490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Det lyder lige som noget vi har brug for.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C11E44-A1E3-92EB-9F31-CD4477CE304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1AB761-37ED-4EFA-99FC-D346B55B115C}" type="slidenum">
              <a:rPr lang="da-DK" smtClean="0"/>
              <a:t>32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12013470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E2717B-B950-3465-F39B-9BD71EEE7A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001A54-4238-BCC3-FF7B-0879063724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3BDEE6B-9175-138C-81CD-2D40F1DBDE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Det lyder lige som noget vi har brug for.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F37D95-86A3-51A8-47DF-F5F9463E02A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1AB761-37ED-4EFA-99FC-D346B55B115C}" type="slidenum">
              <a:rPr lang="da-DK" smtClean="0"/>
              <a:t>33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74302415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E15A2C-5FAD-C864-DE72-88E6571E5A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21E66A-7C6E-C753-123B-23E9985008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B5AA443-1FFA-F106-A0F7-89940BB70B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Det lyder lige som noget vi har brug for.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5AD2DE-4C19-2AAB-AFE6-0CE206F0CDF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1AB761-37ED-4EFA-99FC-D346B55B115C}" type="slidenum">
              <a:rPr lang="da-DK" smtClean="0"/>
              <a:t>34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54853815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62D51B-E5DD-73F7-2B79-F4E0D74324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42A69B-B5FC-E08E-CEB9-BA0C9E8A9F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E54818-CB74-33C8-DE95-0E0D0BC46A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Det lyder lige som noget vi har brug for.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02D46B-CA5C-D783-ECAC-3AFB99FAB70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1AB761-37ED-4EFA-99FC-D346B55B115C}" type="slidenum">
              <a:rPr lang="da-DK" smtClean="0"/>
              <a:t>35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11127052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305AD2-53B0-16B5-E6D2-083418FE5E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E00A94D-9322-64DD-C365-207E7BFC68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B07C63-C145-342C-DDEE-E0D801B04A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Det lyder lige som noget vi har brug for.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B4B4DF-947E-86EA-AD32-9891547C061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1AB761-37ED-4EFA-99FC-D346B55B115C}" type="slidenum">
              <a:rPr lang="da-DK" smtClean="0"/>
              <a:t>36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19988423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1AB761-37ED-4EFA-99FC-D346B55B115C}" type="slidenum">
              <a:rPr lang="da-DK" smtClean="0"/>
              <a:t>37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73644486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9D8BB5-7FB9-D55D-E9AD-2932DF9C49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53C41AE-60E5-9637-9501-85BDCD60F9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FEA008D-BF5A-7970-1D8E-CD9208D3AA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EEABBF-33F3-C8CA-233D-DC7B2B51B39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1AB761-37ED-4EFA-99FC-D346B55B115C}" type="slidenum">
              <a:rPr lang="da-DK" smtClean="0"/>
              <a:t>38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28880981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C1C8C2-4722-F8B9-77E4-08060A076C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7C4AA5-EC87-B662-C475-EE5FFE0DEA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12284C8-7996-D547-56B9-D5ADE1B7E9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E44917-8501-F546-841F-8D50E1FF691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1AB761-37ED-4EFA-99FC-D346B55B115C}" type="slidenum">
              <a:rPr lang="da-DK" smtClean="0"/>
              <a:t>39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61323815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8A55B8-5103-FD96-2202-7CE191E691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E226F6D-1FB2-F7E1-3463-6F3B910238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F9FB124-B8B5-6EF9-1FF9-B7B94F317A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A94B5C-2464-CD65-0AB9-BA76D646217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1AB761-37ED-4EFA-99FC-D346B55B115C}" type="slidenum">
              <a:rPr lang="da-DK" smtClean="0"/>
              <a:t>40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587228622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B5697E-E393-A5F5-472C-04C9F57A34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302BB70-1E90-5E05-576B-F5B9E444CE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320B803-9D7B-5E75-99B9-0E66C1997D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557D21-173F-165D-7806-F2B1986F3D4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1AB761-37ED-4EFA-99FC-D346B55B115C}" type="slidenum">
              <a:rPr lang="da-DK" smtClean="0"/>
              <a:t>41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0629234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// </a:t>
            </a:r>
            <a:r>
              <a:rPr lang="en-US" dirty="0" err="1"/>
              <a:t>InvalidOperationException</a:t>
            </a:r>
            <a:r>
              <a:rPr lang="en-US" dirty="0"/>
              <a:t> means that Take() was called on a completed collection.</a:t>
            </a:r>
          </a:p>
          <a:p>
            <a:r>
              <a:rPr lang="en-US" dirty="0"/>
              <a:t>// Some other thread can call </a:t>
            </a:r>
            <a:r>
              <a:rPr lang="en-US" dirty="0" err="1"/>
              <a:t>CompleteAdding</a:t>
            </a:r>
            <a:r>
              <a:rPr lang="en-US" dirty="0"/>
              <a:t> after we pass the</a:t>
            </a:r>
          </a:p>
          <a:p>
            <a:r>
              <a:rPr lang="en-US" dirty="0"/>
              <a:t>// </a:t>
            </a:r>
            <a:r>
              <a:rPr lang="en-US" dirty="0" err="1"/>
              <a:t>IsCompleted</a:t>
            </a:r>
            <a:r>
              <a:rPr lang="en-US" dirty="0"/>
              <a:t> check but before we call Take. </a:t>
            </a:r>
          </a:p>
          <a:p>
            <a:r>
              <a:rPr lang="en-US" dirty="0"/>
              <a:t>// In this example, we can simply catch the exception since the </a:t>
            </a:r>
          </a:p>
          <a:p>
            <a:r>
              <a:rPr lang="en-US" dirty="0"/>
              <a:t>// loop will break on the next iteration.</a:t>
            </a:r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1AB761-37ED-4EFA-99FC-D346B55B115C}" type="slidenum">
              <a:rPr lang="da-DK" smtClean="0"/>
              <a:t>42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792012324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14BD46-7DBD-0CA4-DE14-AA8BB14CC1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0E54A82-8B97-E982-CF84-E9FFD92DAD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BBBBF4E-276C-64F0-70CC-53EB8E703E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// </a:t>
            </a:r>
            <a:r>
              <a:rPr lang="en-US" dirty="0" err="1"/>
              <a:t>InvalidOperationException</a:t>
            </a:r>
            <a:r>
              <a:rPr lang="en-US" dirty="0"/>
              <a:t> means that Take() was called on a completed collection.</a:t>
            </a:r>
          </a:p>
          <a:p>
            <a:r>
              <a:rPr lang="en-US" dirty="0"/>
              <a:t>// Some other thread can call </a:t>
            </a:r>
            <a:r>
              <a:rPr lang="en-US" dirty="0" err="1"/>
              <a:t>CompleteAdding</a:t>
            </a:r>
            <a:r>
              <a:rPr lang="en-US" dirty="0"/>
              <a:t> after we pass the</a:t>
            </a:r>
          </a:p>
          <a:p>
            <a:r>
              <a:rPr lang="en-US" dirty="0"/>
              <a:t>// </a:t>
            </a:r>
            <a:r>
              <a:rPr lang="en-US" dirty="0" err="1"/>
              <a:t>IsCompleted</a:t>
            </a:r>
            <a:r>
              <a:rPr lang="en-US" dirty="0"/>
              <a:t> check but before we call Take. </a:t>
            </a:r>
          </a:p>
          <a:p>
            <a:r>
              <a:rPr lang="en-US" dirty="0"/>
              <a:t>// In this example, we can simply catch the exception since the </a:t>
            </a:r>
          </a:p>
          <a:p>
            <a:r>
              <a:rPr lang="en-US" dirty="0"/>
              <a:t>// loop will break on the next iteration.</a:t>
            </a:r>
            <a:endParaRPr lang="da-DK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95886E-0967-7C1A-BDB9-ABCA65B8D04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1AB761-37ED-4EFA-99FC-D346B55B115C}" type="slidenum">
              <a:rPr lang="da-DK" smtClean="0"/>
              <a:t>43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44148832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74B6FA-CAF5-F2E8-0E1B-6CF63D1B50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1C0536A-0F06-907D-04CA-C8BF2BB596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CB53E1-7283-DE1C-D338-AAC1C9ECFF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// </a:t>
            </a:r>
            <a:r>
              <a:rPr lang="en-US" dirty="0" err="1"/>
              <a:t>InvalidOperationException</a:t>
            </a:r>
            <a:r>
              <a:rPr lang="en-US" dirty="0"/>
              <a:t> means that Take() was called on a completed collection.</a:t>
            </a:r>
          </a:p>
          <a:p>
            <a:r>
              <a:rPr lang="en-US" dirty="0"/>
              <a:t>// Some other thread can call </a:t>
            </a:r>
            <a:r>
              <a:rPr lang="en-US" dirty="0" err="1"/>
              <a:t>CompleteAdding</a:t>
            </a:r>
            <a:r>
              <a:rPr lang="en-US" dirty="0"/>
              <a:t> after we pass the</a:t>
            </a:r>
          </a:p>
          <a:p>
            <a:r>
              <a:rPr lang="en-US" dirty="0"/>
              <a:t>// </a:t>
            </a:r>
            <a:r>
              <a:rPr lang="en-US" dirty="0" err="1"/>
              <a:t>IsCompleted</a:t>
            </a:r>
            <a:r>
              <a:rPr lang="en-US" dirty="0"/>
              <a:t> check but before we call Take. </a:t>
            </a:r>
          </a:p>
          <a:p>
            <a:r>
              <a:rPr lang="en-US" dirty="0"/>
              <a:t>// In this example, we can simply catch the exception since the </a:t>
            </a:r>
          </a:p>
          <a:p>
            <a:r>
              <a:rPr lang="en-US" dirty="0"/>
              <a:t>// loop will break on the next iteration.</a:t>
            </a:r>
            <a:endParaRPr lang="da-DK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388B17-5680-83FA-E045-A9DF97F64C7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1AB761-37ED-4EFA-99FC-D346B55B115C}" type="slidenum">
              <a:rPr lang="da-DK" smtClean="0"/>
              <a:t>44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4170166429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F1EDF6-C7E1-BC93-FF7C-B97C40EB07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B7FAC6-A718-26E8-B5FA-FF24BFBD61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3436D6-8746-B4F3-3A51-76B9764A6D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// </a:t>
            </a:r>
            <a:r>
              <a:rPr lang="en-US" dirty="0" err="1"/>
              <a:t>InvalidOperationException</a:t>
            </a:r>
            <a:r>
              <a:rPr lang="en-US" dirty="0"/>
              <a:t> means that Take() was called on a completed collection.</a:t>
            </a:r>
          </a:p>
          <a:p>
            <a:r>
              <a:rPr lang="en-US" dirty="0"/>
              <a:t>// Some other thread can call </a:t>
            </a:r>
            <a:r>
              <a:rPr lang="en-US" dirty="0" err="1"/>
              <a:t>CompleteAdding</a:t>
            </a:r>
            <a:r>
              <a:rPr lang="en-US" dirty="0"/>
              <a:t> after we pass the</a:t>
            </a:r>
          </a:p>
          <a:p>
            <a:r>
              <a:rPr lang="en-US" dirty="0"/>
              <a:t>// </a:t>
            </a:r>
            <a:r>
              <a:rPr lang="en-US" dirty="0" err="1"/>
              <a:t>IsCompleted</a:t>
            </a:r>
            <a:r>
              <a:rPr lang="en-US" dirty="0"/>
              <a:t> check but before we call Take. </a:t>
            </a:r>
          </a:p>
          <a:p>
            <a:r>
              <a:rPr lang="en-US" dirty="0"/>
              <a:t>// In this example, we can simply catch the exception since the </a:t>
            </a:r>
          </a:p>
          <a:p>
            <a:r>
              <a:rPr lang="en-US" dirty="0"/>
              <a:t>// loop will break on the next iteration.</a:t>
            </a:r>
            <a:endParaRPr lang="da-DK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89C115-3CA2-F566-8081-A5509A7660B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1AB761-37ED-4EFA-99FC-D346B55B115C}" type="slidenum">
              <a:rPr lang="da-DK" smtClean="0"/>
              <a:t>45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498877348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43925F-8A76-710F-35BB-1AC6C140C1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F06EF5-BEFE-DBF7-DBBC-A000D9EABA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7EDDFD4-79C9-13EE-E8CA-20BA5CCEB1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// </a:t>
            </a:r>
            <a:r>
              <a:rPr lang="en-US" dirty="0" err="1"/>
              <a:t>InvalidOperationException</a:t>
            </a:r>
            <a:r>
              <a:rPr lang="en-US" dirty="0"/>
              <a:t> means that Take() was called on a completed collection.</a:t>
            </a:r>
          </a:p>
          <a:p>
            <a:r>
              <a:rPr lang="en-US" dirty="0"/>
              <a:t>// Some other thread can call </a:t>
            </a:r>
            <a:r>
              <a:rPr lang="en-US" dirty="0" err="1"/>
              <a:t>CompleteAdding</a:t>
            </a:r>
            <a:r>
              <a:rPr lang="en-US" dirty="0"/>
              <a:t> after we pass the</a:t>
            </a:r>
          </a:p>
          <a:p>
            <a:r>
              <a:rPr lang="en-US" dirty="0"/>
              <a:t>// </a:t>
            </a:r>
            <a:r>
              <a:rPr lang="en-US" dirty="0" err="1"/>
              <a:t>IsCompleted</a:t>
            </a:r>
            <a:r>
              <a:rPr lang="en-US" dirty="0"/>
              <a:t> check but before we call Take. </a:t>
            </a:r>
          </a:p>
          <a:p>
            <a:r>
              <a:rPr lang="en-US" dirty="0"/>
              <a:t>// In this example, we can simply catch the exception since the </a:t>
            </a:r>
          </a:p>
          <a:p>
            <a:r>
              <a:rPr lang="en-US" dirty="0"/>
              <a:t>// loop will break on the next iteration.</a:t>
            </a:r>
            <a:endParaRPr lang="da-DK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EB2BB5-FA42-721B-A747-8534D30AFDD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1AB761-37ED-4EFA-99FC-D346B55B115C}" type="slidenum">
              <a:rPr lang="da-DK" smtClean="0"/>
              <a:t>46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37658990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1AB761-37ED-4EFA-99FC-D346B55B115C}" type="slidenum">
              <a:rPr lang="da-DK" smtClean="0"/>
              <a:t>47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626198349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1AB761-37ED-4EFA-99FC-D346B55B115C}" type="slidenum">
              <a:rPr lang="da-DK" smtClean="0"/>
              <a:t>48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427575609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1AB761-37ED-4EFA-99FC-D346B55B115C}" type="slidenum">
              <a:rPr lang="da-DK" smtClean="0"/>
              <a:t>49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820271810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Let’s look at the part with the Events.</a:t>
            </a:r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1AB761-37ED-4EFA-99FC-D346B55B115C}" type="slidenum">
              <a:rPr lang="da-DK" smtClean="0"/>
              <a:t>53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80796757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1AB761-37ED-4EFA-99FC-D346B55B115C}" type="slidenum">
              <a:rPr lang="da-DK" smtClean="0"/>
              <a:t>54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98844736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F93674-359B-5EF3-0A40-68BF688620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975DC4-D38E-42B0-7D0D-2CE52D9694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D9E172-78DB-DB8B-DDE5-6D1EA7343A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4A4A6A-118C-3E40-6577-7095EF69411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1AB761-37ED-4EFA-99FC-D346B55B115C}" type="slidenum">
              <a:rPr lang="da-DK" smtClean="0"/>
              <a:t>55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93514552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569CC9-6EEA-6E2E-AEE1-C22DE9F7F8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2E76731-EFE8-0054-E280-BF185A6DAC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DDC532-79E2-F23F-06A2-DC9D9DA75F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59AF74-593D-F89F-17F8-F108FC84C33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1AB761-37ED-4EFA-99FC-D346B55B115C}" type="slidenum">
              <a:rPr lang="da-DK" smtClean="0"/>
              <a:t>56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131591964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1AB761-37ED-4EFA-99FC-D346B55B115C}" type="slidenum">
              <a:rPr lang="da-DK" smtClean="0"/>
              <a:t>57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941072329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1AB761-37ED-4EFA-99FC-D346B55B115C}" type="slidenum">
              <a:rPr lang="da-DK" smtClean="0"/>
              <a:t>58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033179996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1AB761-37ED-4EFA-99FC-D346B55B115C}" type="slidenum">
              <a:rPr lang="da-DK" smtClean="0"/>
              <a:t>59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4064962840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Let’s look at the part with the Events.</a:t>
            </a:r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1AB761-37ED-4EFA-99FC-D346B55B115C}" type="slidenum">
              <a:rPr lang="da-DK" smtClean="0"/>
              <a:t>61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735257723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Let’s look at the part with the Events.</a:t>
            </a:r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1AB761-37ED-4EFA-99FC-D346B55B115C}" type="slidenum">
              <a:rPr lang="da-DK" smtClean="0"/>
              <a:t>62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055777336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1AB761-37ED-4EFA-99FC-D346B55B115C}" type="slidenum">
              <a:rPr lang="da-DK" smtClean="0"/>
              <a:t>63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614846624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1AB761-37ED-4EFA-99FC-D346B55B115C}" type="slidenum">
              <a:rPr lang="da-DK" smtClean="0"/>
              <a:t>64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441969886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1AB761-37ED-4EFA-99FC-D346B55B115C}" type="slidenum">
              <a:rPr lang="da-DK" smtClean="0"/>
              <a:t>65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86354272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emf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784DCDB-1FCD-41A5-91F9-4E118556DFCB}" type="slidenum">
              <a:rPr lang="da-DK" smtClean="0"/>
              <a:t>‹#›</a:t>
            </a:fld>
            <a:endParaRPr lang="da-DK" dirty="0"/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5326"/>
            <a:ext cx="12192000" cy="6858001"/>
          </a:xfrm>
          <a:prstGeom prst="rect">
            <a:avLst/>
          </a:prstGeom>
        </p:spPr>
      </p:pic>
      <p:sp>
        <p:nvSpPr>
          <p:cNvPr id="12" name="Text Placeholder 3"/>
          <p:cNvSpPr txBox="1">
            <a:spLocks noGrp="1"/>
          </p:cNvSpPr>
          <p:nvPr>
            <p:ph type="body" idx="4294967295" hasCustomPrompt="1"/>
          </p:nvPr>
        </p:nvSpPr>
        <p:spPr>
          <a:xfrm>
            <a:off x="985842" y="3715426"/>
            <a:ext cx="7161215" cy="1746083"/>
          </a:xfrm>
        </p:spPr>
        <p:txBody>
          <a:bodyPr/>
          <a:lstStyle>
            <a:lvl1pPr>
              <a:lnSpc>
                <a:spcPct val="101000"/>
              </a:lnSpc>
              <a:buNone/>
              <a:defRPr sz="2700">
                <a:solidFill>
                  <a:srgbClr val="FFFFFF"/>
                </a:solidFill>
              </a:defRPr>
            </a:lvl1pPr>
          </a:lstStyle>
          <a:p>
            <a:pPr lvl="0"/>
            <a:r>
              <a:rPr lang="en-GB" dirty="0"/>
              <a:t>Subtitle</a:t>
            </a:r>
          </a:p>
        </p:txBody>
      </p:sp>
      <p:pic>
        <p:nvPicPr>
          <p:cNvPr id="13" name="Au logo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302401" y="5997604"/>
            <a:ext cx="557564" cy="558003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14" name="OFF_logo2Computed"/>
          <p:cNvSpPr txBox="1"/>
          <p:nvPr userDrawn="1"/>
        </p:nvSpPr>
        <p:spPr>
          <a:xfrm>
            <a:off x="971998" y="5997604"/>
            <a:ext cx="2350044" cy="67661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583204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600" b="0" i="0" u="none" strike="noStrike" kern="1200" cap="all" spc="40" baseline="0" dirty="0">
                <a:solidFill>
                  <a:srgbClr val="FFFFFF"/>
                </a:solidFill>
                <a:uFillTx/>
                <a:latin typeface="AU Passata Light" pitchFamily="34"/>
              </a:rPr>
              <a:t>Aarhus University School of Engineering</a:t>
            </a:r>
          </a:p>
        </p:txBody>
      </p:sp>
      <p:sp>
        <p:nvSpPr>
          <p:cNvPr id="16" name="OFF_logo1Computed"/>
          <p:cNvSpPr/>
          <p:nvPr userDrawn="1"/>
        </p:nvSpPr>
        <p:spPr>
          <a:xfrm>
            <a:off x="971998" y="5997604"/>
            <a:ext cx="64" cy="451119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none" lIns="0" tIns="309597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000" b="0" i="0" u="none" strike="noStrike" kern="1200" cap="all" spc="0" baseline="0" dirty="0">
                <a:solidFill>
                  <a:srgbClr val="FFFFFF"/>
                </a:solidFill>
                <a:uFillTx/>
                <a:latin typeface="AU Passata" pitchFamily="34"/>
              </a:rPr>
              <a:t>Aarhus University</a:t>
            </a:r>
          </a:p>
        </p:txBody>
      </p:sp>
      <p:pic>
        <p:nvPicPr>
          <p:cNvPr id="18" name="SecondaryLogo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0206002" y="5997604"/>
            <a:ext cx="1658236" cy="558003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20" name="USR_Title"/>
          <p:cNvSpPr txBox="1"/>
          <p:nvPr userDrawn="1"/>
        </p:nvSpPr>
        <p:spPr>
          <a:xfrm>
            <a:off x="6240048" y="5997604"/>
            <a:ext cx="2982416" cy="684516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475204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700" b="0" i="0" u="none" strike="noStrike" kern="1200" cap="all" spc="0" baseline="0" dirty="0">
                <a:solidFill>
                  <a:srgbClr val="FFFFFF"/>
                </a:solidFill>
                <a:uFillTx/>
                <a:latin typeface="Gill Sans MT" panose="020B0502020104020203" pitchFamily="34" charset="0"/>
              </a:rPr>
              <a:t>Michael Loft</a:t>
            </a:r>
          </a:p>
          <a:p>
            <a:pPr marL="0" marR="0" lvl="0" indent="0" algn="l" defTabSz="914400" rtl="0" fontAlgn="auto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700" b="0" i="0" u="none" strike="noStrike" kern="1200" cap="all" spc="0" baseline="0" dirty="0">
                <a:solidFill>
                  <a:srgbClr val="FFFFFF"/>
                </a:solidFill>
                <a:uFillTx/>
                <a:latin typeface="Gill Sans MT" panose="020B0502020104020203" pitchFamily="34" charset="0"/>
              </a:rPr>
              <a:t>ml@ase.au.dk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 hasCustomPrompt="1"/>
          </p:nvPr>
        </p:nvSpPr>
        <p:spPr>
          <a:xfrm>
            <a:off x="985842" y="1904999"/>
            <a:ext cx="9755188" cy="1274331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440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Title</a:t>
            </a:r>
          </a:p>
        </p:txBody>
      </p:sp>
    </p:spTree>
    <p:extLst>
      <p:ext uri="{BB962C8B-B14F-4D97-AF65-F5344CB8AC3E}">
        <p14:creationId xmlns:p14="http://schemas.microsoft.com/office/powerpoint/2010/main" val="25285976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  <a:endParaRPr lang="da-DK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84DCDB-1FCD-41A5-91F9-4E118556DFCB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9333500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da-DK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84DCDB-1FCD-41A5-91F9-4E118556DFCB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720267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84DCDB-1FCD-41A5-91F9-4E118556DFCB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4843966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84DCDB-1FCD-41A5-91F9-4E118556DFCB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1184745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84DCDB-1FCD-41A5-91F9-4E118556DFCB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5535006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84DCDB-1FCD-41A5-91F9-4E118556DFCB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6805720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84DCDB-1FCD-41A5-91F9-4E118556DFCB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1392357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84DCDB-1FCD-41A5-91F9-4E118556DFCB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8139834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a-DK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84DCDB-1FCD-41A5-91F9-4E118556DFCB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4882796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84DCDB-1FCD-41A5-91F9-4E118556DFCB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45153853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84DCDB-1FCD-41A5-91F9-4E118556DFCB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77160770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784DCDB-1FCD-41A5-91F9-4E118556DFCB}" type="slidenum">
              <a:rPr lang="da-DK" smtClean="0"/>
              <a:t>‹#›</a:t>
            </a:fld>
            <a:endParaRPr lang="da-DK" dirty="0"/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5326"/>
            <a:ext cx="12192000" cy="6858001"/>
          </a:xfrm>
          <a:prstGeom prst="rect">
            <a:avLst/>
          </a:prstGeom>
        </p:spPr>
      </p:pic>
      <p:pic>
        <p:nvPicPr>
          <p:cNvPr id="8" name="Logo white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3318266" y="2864714"/>
            <a:ext cx="2228401" cy="1116994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9" name="LAN_AUWBreak"/>
          <p:cNvSpPr/>
          <p:nvPr userDrawn="1"/>
        </p:nvSpPr>
        <p:spPr>
          <a:xfrm>
            <a:off x="6022613" y="2804400"/>
            <a:ext cx="64" cy="757571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none" lIns="0" tIns="183602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4000" b="0" i="0" u="none" strike="noStrike" kern="1200" cap="all" spc="0" baseline="0" dirty="0">
                <a:solidFill>
                  <a:srgbClr val="FFFFFF"/>
                </a:solidFill>
                <a:uFillTx/>
                <a:latin typeface="AU Passata" pitchFamily="34"/>
              </a:rPr>
              <a:t>Aarhus University</a:t>
            </a:r>
          </a:p>
        </p:txBody>
      </p:sp>
    </p:spTree>
    <p:extLst>
      <p:ext uri="{BB962C8B-B14F-4D97-AF65-F5344CB8AC3E}">
        <p14:creationId xmlns:p14="http://schemas.microsoft.com/office/powerpoint/2010/main" val="35477539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4010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da-DK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311965"/>
            <a:ext cx="10515600" cy="48649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da-DK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a-DK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784DCDB-1FCD-41A5-91F9-4E118556DFCB}" type="slidenum">
              <a:rPr lang="da-DK" smtClean="0"/>
              <a:t>‹#›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2880377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Gill Sans MT" panose="020B0502020104020203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Gill Sans MT" panose="020B0502020104020203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Gill Sans MT" panose="020B0502020104020203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Gill Sans MT" panose="020B0502020104020203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Gill Sans MT" panose="020B0502020104020203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Gill Sans MT" panose="020B0502020104020203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w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w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w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wm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wm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wm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.wmf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wm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.wmf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wm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8.wmf"/><Relationship Id="rId4" Type="http://schemas.openxmlformats.org/officeDocument/2006/relationships/image" Target="../media/image7.wmf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wmf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8.wmf"/><Relationship Id="rId4" Type="http://schemas.openxmlformats.org/officeDocument/2006/relationships/image" Target="../media/image7.wmf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wmf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8.wmf"/><Relationship Id="rId4" Type="http://schemas.openxmlformats.org/officeDocument/2006/relationships/image" Target="../media/image7.wmf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wmf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9.wmf"/><Relationship Id="rId5" Type="http://schemas.openxmlformats.org/officeDocument/2006/relationships/image" Target="../media/image8.wmf"/><Relationship Id="rId4" Type="http://schemas.openxmlformats.org/officeDocument/2006/relationships/image" Target="../media/image7.wmf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wmf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wmf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wmf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wmf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wmf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wmf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wmf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wmf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8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microsoft.com/en-us/dotnet/standard/collections/thread-safe/blockingcollection-overview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microsoft.com/en-us/dotnet/standard/collections/thread-safe/blockingcollection-overview" TargetMode="Externa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microsoft.com/en-us/dotnet/standard/collections/thread-safe/blockingcollection-overview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microsoft.com/en-us/dotnet/standard/collections/thread-safe/blockingcollection-overview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microsoft.com/en-us/dotnet/standard/collections/thread-safe/blockingcollection-overview" TargetMode="Externa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microsoft.com/en-us/dotnet/standard/collections/thread-safe/blockingcollection-overview" TargetMode="External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docs.microsoft.com/en-us/dotnet/api/system.collections.concurrent.iproducerconsumercollection-1" TargetMode="Externa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microsoft.com/en-us/dotnet/standard/collections/thread-safe/how-to-add-and-take-items" TargetMode="External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3.xml"/><Relationship Id="rId4" Type="http://schemas.microsoft.com/office/2007/relationships/hdphoto" Target="../media/hdphoto1.wdp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3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3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3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3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3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3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3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3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3.xml"/><Relationship Id="rId4" Type="http://schemas.microsoft.com/office/2007/relationships/hdphoto" Target="../media/hdphoto1.wdp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hyperlink" Target="http://www.rematiptop.com/tpms/img/TPMS-warning-light.jpg" TargetMode="External"/><Relationship Id="rId2" Type="http://schemas.openxmlformats.org/officeDocument/2006/relationships/hyperlink" Target="https://i5.walmartimages.com/asr/5bf8c70c-c0f4-46c8-8de2-d14417c3dcdb_2.a974142a063bb1f235f672f9a68eeb10.jpeg" TargetMode="External"/><Relationship Id="rId1" Type="http://schemas.openxmlformats.org/officeDocument/2006/relationships/slideLayout" Target="../slideLayouts/slideLayout3.xml"/><Relationship Id="rId5" Type="http://schemas.openxmlformats.org/officeDocument/2006/relationships/hyperlink" Target="http://wjreviews.com/reviews-cta/bonus.png" TargetMode="External"/><Relationship Id="rId4" Type="http://schemas.openxmlformats.org/officeDocument/2006/relationships/hyperlink" Target="http://stockmedia.cc/computing_technology/slides/DSD_8790.jpg" TargetMode="Externa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4294967295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a-DK" dirty="0"/>
              <a:t>Thread </a:t>
            </a:r>
            <a:r>
              <a:rPr lang="da-DK" dirty="0" err="1"/>
              <a:t>synchronization</a:t>
            </a:r>
            <a:r>
              <a:rPr lang="da-DK" dirty="0"/>
              <a:t> pt. 2</a:t>
            </a:r>
          </a:p>
        </p:txBody>
      </p:sp>
    </p:spTree>
    <p:extLst>
      <p:ext uri="{BB962C8B-B14F-4D97-AF65-F5344CB8AC3E}">
        <p14:creationId xmlns:p14="http://schemas.microsoft.com/office/powerpoint/2010/main" val="16226998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a-DK" dirty="0"/>
              <a:t>Producer-Consumer</a:t>
            </a:r>
          </a:p>
          <a:p>
            <a:pPr marL="0" indent="0">
              <a:buNone/>
            </a:pPr>
            <a:endParaRPr lang="da-DK" dirty="0"/>
          </a:p>
          <a:p>
            <a:pPr marL="0" indent="0">
              <a:buNone/>
            </a:pPr>
            <a:r>
              <a:rPr lang="da-DK" dirty="0"/>
              <a:t>Thread </a:t>
            </a:r>
            <a:r>
              <a:rPr lang="da-DK" dirty="0" err="1"/>
              <a:t>synchronization</a:t>
            </a:r>
            <a:endParaRPr lang="da-DK" dirty="0"/>
          </a:p>
          <a:p>
            <a:pPr marL="0" indent="0">
              <a:buNone/>
            </a:pPr>
            <a:r>
              <a:rPr lang="da-DK" dirty="0"/>
              <a:t>	</a:t>
            </a:r>
            <a:r>
              <a:rPr lang="da-DK" dirty="0" err="1"/>
              <a:t>AutoResetEvent</a:t>
            </a:r>
            <a:endParaRPr lang="da-DK" dirty="0"/>
          </a:p>
          <a:p>
            <a:pPr marL="0" indent="0">
              <a:buNone/>
            </a:pPr>
            <a:r>
              <a:rPr lang="da-DK" dirty="0"/>
              <a:t>	</a:t>
            </a:r>
            <a:r>
              <a:rPr lang="da-DK" dirty="0" err="1"/>
              <a:t>ManualResetEvent</a:t>
            </a:r>
            <a:endParaRPr lang="da-DK" dirty="0"/>
          </a:p>
          <a:p>
            <a:pPr marL="0" indent="0">
              <a:buNone/>
            </a:pPr>
            <a:endParaRPr lang="da-DK" dirty="0"/>
          </a:p>
          <a:p>
            <a:pPr marL="0" indent="0">
              <a:buNone/>
            </a:pPr>
            <a:r>
              <a:rPr lang="da-DK" dirty="0"/>
              <a:t>Queues and </a:t>
            </a:r>
            <a:r>
              <a:rPr lang="da-DK" dirty="0" err="1"/>
              <a:t>BlockingCollection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3571638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0DAB5A-7F83-883A-2166-D84EA5E11C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Type </a:t>
            </a:r>
            <a:r>
              <a:rPr lang="da-DK" dirty="0" err="1"/>
              <a:t>Pressure</a:t>
            </a:r>
            <a:r>
              <a:rPr lang="da-DK" dirty="0"/>
              <a:t> Monitor System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7D72CD-B4C5-0D4A-56C5-4B016060B9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a-DK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4381942-F6B1-53D4-485A-E1175BDE4C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0863" y="2133841"/>
            <a:ext cx="7570273" cy="3356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83638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TPMS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19900" y="1311965"/>
            <a:ext cx="4533900" cy="4864998"/>
          </a:xfrm>
        </p:spPr>
        <p:txBody>
          <a:bodyPr/>
          <a:lstStyle/>
          <a:p>
            <a:pPr marL="0" indent="0">
              <a:buNone/>
            </a:pPr>
            <a:r>
              <a:rPr lang="da-DK" dirty="0" err="1"/>
              <a:t>TyrePressureMonitor</a:t>
            </a:r>
            <a:r>
              <a:rPr lang="da-DK" dirty="0"/>
              <a:t> has </a:t>
            </a:r>
            <a:r>
              <a:rPr lang="da-DK" dirty="0" err="1"/>
              <a:t>many</a:t>
            </a:r>
            <a:r>
              <a:rPr lang="da-DK" dirty="0"/>
              <a:t> </a:t>
            </a:r>
            <a:r>
              <a:rPr lang="da-DK" dirty="0" err="1"/>
              <a:t>responsibilities</a:t>
            </a:r>
            <a:r>
              <a:rPr lang="da-DK" dirty="0"/>
              <a:t>:</a:t>
            </a:r>
          </a:p>
          <a:p>
            <a:pPr marL="0" indent="0">
              <a:buNone/>
            </a:pPr>
            <a:endParaRPr lang="da-DK" dirty="0"/>
          </a:p>
          <a:p>
            <a:pPr marL="0" indent="0">
              <a:buNone/>
            </a:pPr>
            <a:endParaRPr lang="da-DK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0418" y="1568090"/>
            <a:ext cx="4113265" cy="37408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47201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6C4E14-6183-B247-26FD-7247DA3B7B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ED233B-048A-9630-2EF4-260E8BB672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TPMS design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C0A802-2725-A3FE-8352-0405B32B3D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19900" y="1311965"/>
            <a:ext cx="4533900" cy="4864998"/>
          </a:xfrm>
        </p:spPr>
        <p:txBody>
          <a:bodyPr/>
          <a:lstStyle/>
          <a:p>
            <a:pPr marL="0" indent="0">
              <a:buNone/>
            </a:pPr>
            <a:r>
              <a:rPr lang="da-DK" dirty="0" err="1">
                <a:solidFill>
                  <a:schemeClr val="bg1">
                    <a:lumMod val="85000"/>
                  </a:schemeClr>
                </a:solidFill>
              </a:rPr>
              <a:t>TyrePressureMonitor</a:t>
            </a:r>
            <a:r>
              <a:rPr lang="da-DK" dirty="0">
                <a:solidFill>
                  <a:schemeClr val="bg1">
                    <a:lumMod val="85000"/>
                  </a:schemeClr>
                </a:solidFill>
              </a:rPr>
              <a:t> has </a:t>
            </a:r>
            <a:r>
              <a:rPr lang="da-DK" dirty="0" err="1">
                <a:solidFill>
                  <a:schemeClr val="bg1">
                    <a:lumMod val="85000"/>
                  </a:schemeClr>
                </a:solidFill>
              </a:rPr>
              <a:t>many</a:t>
            </a:r>
            <a:r>
              <a:rPr lang="da-DK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da-DK" dirty="0" err="1">
                <a:solidFill>
                  <a:schemeClr val="bg1">
                    <a:lumMod val="85000"/>
                  </a:schemeClr>
                </a:solidFill>
              </a:rPr>
              <a:t>responsibilities</a:t>
            </a:r>
            <a:r>
              <a:rPr lang="da-DK" dirty="0">
                <a:solidFill>
                  <a:schemeClr val="bg1">
                    <a:lumMod val="85000"/>
                  </a:schemeClr>
                </a:solidFill>
              </a:rPr>
              <a:t>:</a:t>
            </a:r>
          </a:p>
          <a:p>
            <a:pPr marL="0" indent="0">
              <a:buNone/>
            </a:pPr>
            <a:endParaRPr lang="da-DK" dirty="0"/>
          </a:p>
          <a:p>
            <a:r>
              <a:rPr lang="da-DK" sz="2400" dirty="0"/>
              <a:t>Read the </a:t>
            </a:r>
            <a:r>
              <a:rPr lang="da-DK" sz="2400" dirty="0" err="1"/>
              <a:t>pressure</a:t>
            </a:r>
            <a:r>
              <a:rPr lang="da-DK" sz="2400" dirty="0"/>
              <a:t> </a:t>
            </a:r>
            <a:r>
              <a:rPr lang="da-DK" sz="2400" dirty="0" err="1"/>
              <a:t>using</a:t>
            </a:r>
            <a:r>
              <a:rPr lang="da-DK" sz="2400" dirty="0"/>
              <a:t> the </a:t>
            </a:r>
            <a:r>
              <a:rPr lang="da-DK" sz="2400" dirty="0" err="1"/>
              <a:t>TyrePressureSensor</a:t>
            </a:r>
            <a:r>
              <a:rPr lang="da-DK" sz="2400" dirty="0"/>
              <a:t>.</a:t>
            </a:r>
          </a:p>
          <a:p>
            <a:pPr marL="0" indent="0">
              <a:buNone/>
            </a:pPr>
            <a:endParaRPr lang="da-DK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1A4D428-719B-07F1-3373-C1D0ECBA73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0418" y="1568090"/>
            <a:ext cx="4113265" cy="37408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88628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F0B220-1536-4D02-587B-95677FEADF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95A622-5E6D-65E8-1A12-A9DB78E0A8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TPMS design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3391AA-05A8-F060-1C01-79B203B841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19900" y="1311965"/>
            <a:ext cx="4533900" cy="4864998"/>
          </a:xfrm>
        </p:spPr>
        <p:txBody>
          <a:bodyPr/>
          <a:lstStyle/>
          <a:p>
            <a:pPr marL="0" indent="0">
              <a:buNone/>
            </a:pPr>
            <a:r>
              <a:rPr lang="da-DK" dirty="0" err="1">
                <a:solidFill>
                  <a:schemeClr val="bg1">
                    <a:lumMod val="85000"/>
                  </a:schemeClr>
                </a:solidFill>
              </a:rPr>
              <a:t>TyrePressureMonitor</a:t>
            </a:r>
            <a:r>
              <a:rPr lang="da-DK" dirty="0">
                <a:solidFill>
                  <a:schemeClr val="bg1">
                    <a:lumMod val="85000"/>
                  </a:schemeClr>
                </a:solidFill>
              </a:rPr>
              <a:t> has </a:t>
            </a:r>
            <a:r>
              <a:rPr lang="da-DK" dirty="0" err="1">
                <a:solidFill>
                  <a:schemeClr val="bg1">
                    <a:lumMod val="85000"/>
                  </a:schemeClr>
                </a:solidFill>
              </a:rPr>
              <a:t>many</a:t>
            </a:r>
            <a:r>
              <a:rPr lang="da-DK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da-DK" dirty="0" err="1">
                <a:solidFill>
                  <a:schemeClr val="bg1">
                    <a:lumMod val="85000"/>
                  </a:schemeClr>
                </a:solidFill>
              </a:rPr>
              <a:t>responsibilities</a:t>
            </a:r>
            <a:r>
              <a:rPr lang="da-DK" dirty="0">
                <a:solidFill>
                  <a:schemeClr val="bg1">
                    <a:lumMod val="85000"/>
                  </a:schemeClr>
                </a:solidFill>
              </a:rPr>
              <a:t>:</a:t>
            </a:r>
          </a:p>
          <a:p>
            <a:pPr marL="0" indent="0">
              <a:buNone/>
            </a:pPr>
            <a:endParaRPr lang="da-DK" dirty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da-DK" sz="2400" dirty="0">
                <a:solidFill>
                  <a:schemeClr val="bg1">
                    <a:lumMod val="85000"/>
                  </a:schemeClr>
                </a:solidFill>
              </a:rPr>
              <a:t>Read the </a:t>
            </a:r>
            <a:r>
              <a:rPr lang="da-DK" sz="2400" dirty="0" err="1">
                <a:solidFill>
                  <a:schemeClr val="bg1">
                    <a:lumMod val="85000"/>
                  </a:schemeClr>
                </a:solidFill>
              </a:rPr>
              <a:t>pressure</a:t>
            </a:r>
            <a:r>
              <a:rPr lang="da-DK" sz="2400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da-DK" sz="2400" dirty="0" err="1">
                <a:solidFill>
                  <a:schemeClr val="bg1">
                    <a:lumMod val="85000"/>
                  </a:schemeClr>
                </a:solidFill>
              </a:rPr>
              <a:t>using</a:t>
            </a:r>
            <a:r>
              <a:rPr lang="da-DK" sz="2400" dirty="0">
                <a:solidFill>
                  <a:schemeClr val="bg1">
                    <a:lumMod val="85000"/>
                  </a:schemeClr>
                </a:solidFill>
              </a:rPr>
              <a:t> the </a:t>
            </a:r>
            <a:r>
              <a:rPr lang="da-DK" sz="2400" dirty="0" err="1">
                <a:solidFill>
                  <a:schemeClr val="bg1">
                    <a:lumMod val="85000"/>
                  </a:schemeClr>
                </a:solidFill>
              </a:rPr>
              <a:t>TyrePressureSensor</a:t>
            </a:r>
            <a:r>
              <a:rPr lang="da-DK" sz="2400" dirty="0">
                <a:solidFill>
                  <a:schemeClr val="bg1">
                    <a:lumMod val="85000"/>
                  </a:schemeClr>
                </a:solidFill>
              </a:rPr>
              <a:t>.</a:t>
            </a:r>
          </a:p>
          <a:p>
            <a:r>
              <a:rPr lang="da-DK" sz="2400" dirty="0" err="1"/>
              <a:t>Determine</a:t>
            </a:r>
            <a:r>
              <a:rPr lang="da-DK" sz="2400" dirty="0"/>
              <a:t> </a:t>
            </a:r>
            <a:r>
              <a:rPr lang="da-DK" sz="2400" dirty="0" err="1"/>
              <a:t>if</a:t>
            </a:r>
            <a:r>
              <a:rPr lang="da-DK" sz="2400" dirty="0"/>
              <a:t> the </a:t>
            </a:r>
            <a:r>
              <a:rPr lang="da-DK" sz="2400" dirty="0" err="1"/>
              <a:t>pressure</a:t>
            </a:r>
            <a:r>
              <a:rPr lang="da-DK" sz="2400" dirty="0"/>
              <a:t> is </a:t>
            </a:r>
            <a:r>
              <a:rPr lang="da-DK" sz="2400" dirty="0" err="1"/>
              <a:t>too</a:t>
            </a:r>
            <a:r>
              <a:rPr lang="da-DK" sz="2400" dirty="0"/>
              <a:t> low.</a:t>
            </a:r>
          </a:p>
          <a:p>
            <a:pPr marL="0" indent="0">
              <a:buNone/>
            </a:pPr>
            <a:endParaRPr lang="da-DK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7C5486E-E7C8-93A4-806C-97A2B75072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0418" y="1568090"/>
            <a:ext cx="4113265" cy="37408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10403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507127-AF00-C97A-8D01-0FDF7617BF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A112B1-EB3E-BA50-9EA2-C9B35FC772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TPMS design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F1827D-7DCC-2112-88E8-47EE5A8C05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19900" y="1311965"/>
            <a:ext cx="4533900" cy="4864998"/>
          </a:xfrm>
        </p:spPr>
        <p:txBody>
          <a:bodyPr/>
          <a:lstStyle/>
          <a:p>
            <a:pPr marL="0" indent="0">
              <a:buNone/>
            </a:pPr>
            <a:r>
              <a:rPr lang="da-DK" dirty="0" err="1">
                <a:solidFill>
                  <a:schemeClr val="bg1">
                    <a:lumMod val="85000"/>
                  </a:schemeClr>
                </a:solidFill>
              </a:rPr>
              <a:t>TyrePressureMonitor</a:t>
            </a:r>
            <a:r>
              <a:rPr lang="da-DK" dirty="0">
                <a:solidFill>
                  <a:schemeClr val="bg1">
                    <a:lumMod val="85000"/>
                  </a:schemeClr>
                </a:solidFill>
              </a:rPr>
              <a:t> has </a:t>
            </a:r>
            <a:r>
              <a:rPr lang="da-DK" dirty="0" err="1">
                <a:solidFill>
                  <a:schemeClr val="bg1">
                    <a:lumMod val="85000"/>
                  </a:schemeClr>
                </a:solidFill>
              </a:rPr>
              <a:t>many</a:t>
            </a:r>
            <a:r>
              <a:rPr lang="da-DK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da-DK" dirty="0" err="1">
                <a:solidFill>
                  <a:schemeClr val="bg1">
                    <a:lumMod val="85000"/>
                  </a:schemeClr>
                </a:solidFill>
              </a:rPr>
              <a:t>responsibilities</a:t>
            </a:r>
            <a:r>
              <a:rPr lang="da-DK" dirty="0">
                <a:solidFill>
                  <a:schemeClr val="bg1">
                    <a:lumMod val="85000"/>
                  </a:schemeClr>
                </a:solidFill>
              </a:rPr>
              <a:t>:</a:t>
            </a:r>
          </a:p>
          <a:p>
            <a:pPr marL="0" indent="0">
              <a:buNone/>
            </a:pPr>
            <a:endParaRPr lang="da-DK" dirty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da-DK" sz="2400" dirty="0">
                <a:solidFill>
                  <a:schemeClr val="bg1">
                    <a:lumMod val="85000"/>
                  </a:schemeClr>
                </a:solidFill>
              </a:rPr>
              <a:t>Read the </a:t>
            </a:r>
            <a:r>
              <a:rPr lang="da-DK" sz="2400" dirty="0" err="1">
                <a:solidFill>
                  <a:schemeClr val="bg1">
                    <a:lumMod val="85000"/>
                  </a:schemeClr>
                </a:solidFill>
              </a:rPr>
              <a:t>pressure</a:t>
            </a:r>
            <a:r>
              <a:rPr lang="da-DK" sz="2400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da-DK" sz="2400" dirty="0" err="1">
                <a:solidFill>
                  <a:schemeClr val="bg1">
                    <a:lumMod val="85000"/>
                  </a:schemeClr>
                </a:solidFill>
              </a:rPr>
              <a:t>using</a:t>
            </a:r>
            <a:r>
              <a:rPr lang="da-DK" sz="2400" dirty="0">
                <a:solidFill>
                  <a:schemeClr val="bg1">
                    <a:lumMod val="85000"/>
                  </a:schemeClr>
                </a:solidFill>
              </a:rPr>
              <a:t> the </a:t>
            </a:r>
            <a:r>
              <a:rPr lang="da-DK" sz="2400" dirty="0" err="1">
                <a:solidFill>
                  <a:schemeClr val="bg1">
                    <a:lumMod val="85000"/>
                  </a:schemeClr>
                </a:solidFill>
              </a:rPr>
              <a:t>TyrePressureSensor</a:t>
            </a:r>
            <a:r>
              <a:rPr lang="da-DK" sz="2400" dirty="0">
                <a:solidFill>
                  <a:schemeClr val="bg1">
                    <a:lumMod val="85000"/>
                  </a:schemeClr>
                </a:solidFill>
              </a:rPr>
              <a:t>.</a:t>
            </a:r>
          </a:p>
          <a:p>
            <a:r>
              <a:rPr lang="da-DK" sz="2400" dirty="0" err="1">
                <a:solidFill>
                  <a:schemeClr val="bg1">
                    <a:lumMod val="85000"/>
                  </a:schemeClr>
                </a:solidFill>
              </a:rPr>
              <a:t>Determine</a:t>
            </a:r>
            <a:r>
              <a:rPr lang="da-DK" sz="2400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da-DK" sz="2400" dirty="0" err="1">
                <a:solidFill>
                  <a:schemeClr val="bg1">
                    <a:lumMod val="85000"/>
                  </a:schemeClr>
                </a:solidFill>
              </a:rPr>
              <a:t>if</a:t>
            </a:r>
            <a:r>
              <a:rPr lang="da-DK" sz="2400" dirty="0">
                <a:solidFill>
                  <a:schemeClr val="bg1">
                    <a:lumMod val="85000"/>
                  </a:schemeClr>
                </a:solidFill>
              </a:rPr>
              <a:t> the </a:t>
            </a:r>
            <a:r>
              <a:rPr lang="da-DK" sz="2400" dirty="0" err="1">
                <a:solidFill>
                  <a:schemeClr val="bg1">
                    <a:lumMod val="85000"/>
                  </a:schemeClr>
                </a:solidFill>
              </a:rPr>
              <a:t>pressure</a:t>
            </a:r>
            <a:r>
              <a:rPr lang="da-DK" sz="2400" dirty="0">
                <a:solidFill>
                  <a:schemeClr val="bg1">
                    <a:lumMod val="85000"/>
                  </a:schemeClr>
                </a:solidFill>
              </a:rPr>
              <a:t> is </a:t>
            </a:r>
            <a:r>
              <a:rPr lang="da-DK" sz="2400" dirty="0" err="1">
                <a:solidFill>
                  <a:schemeClr val="bg1">
                    <a:lumMod val="85000"/>
                  </a:schemeClr>
                </a:solidFill>
              </a:rPr>
              <a:t>too</a:t>
            </a:r>
            <a:r>
              <a:rPr lang="da-DK" sz="2400" dirty="0">
                <a:solidFill>
                  <a:schemeClr val="bg1">
                    <a:lumMod val="85000"/>
                  </a:schemeClr>
                </a:solidFill>
              </a:rPr>
              <a:t> low.</a:t>
            </a:r>
          </a:p>
          <a:p>
            <a:r>
              <a:rPr lang="da-DK" sz="2400" dirty="0" err="1"/>
              <a:t>Turn</a:t>
            </a:r>
            <a:r>
              <a:rPr lang="da-DK" sz="2400" dirty="0"/>
              <a:t> on/</a:t>
            </a:r>
            <a:r>
              <a:rPr lang="da-DK" sz="2400" dirty="0" err="1"/>
              <a:t>off</a:t>
            </a:r>
            <a:r>
              <a:rPr lang="da-DK" sz="2400" dirty="0"/>
              <a:t> the </a:t>
            </a:r>
            <a:r>
              <a:rPr lang="da-DK" sz="2400" dirty="0" err="1"/>
              <a:t>PressureLowIndicator</a:t>
            </a:r>
            <a:endParaRPr lang="da-DK" sz="2400" dirty="0"/>
          </a:p>
          <a:p>
            <a:pPr marL="0" indent="0">
              <a:buNone/>
            </a:pPr>
            <a:endParaRPr lang="da-DK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A122068-2985-4F5E-058F-33E56A060D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0418" y="1568090"/>
            <a:ext cx="4113265" cy="37408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59585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196975"/>
          </a:xfrm>
        </p:spPr>
        <p:txBody>
          <a:bodyPr>
            <a:normAutofit/>
          </a:bodyPr>
          <a:lstStyle/>
          <a:p>
            <a:r>
              <a:rPr lang="da-DK" dirty="0"/>
              <a:t>Design </a:t>
            </a:r>
            <a:r>
              <a:rPr lang="da-DK" dirty="0" err="1"/>
              <a:t>principle</a:t>
            </a:r>
            <a:r>
              <a:rPr lang="da-DK" dirty="0"/>
              <a:t>: Single </a:t>
            </a:r>
            <a:r>
              <a:rPr lang="da-DK" dirty="0" err="1"/>
              <a:t>Responsibility</a:t>
            </a:r>
            <a:endParaRPr lang="da-DK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endParaRPr lang="en-US" sz="3600" dirty="0"/>
          </a:p>
          <a:p>
            <a:pPr marL="0" indent="0" algn="ctr">
              <a:buNone/>
            </a:pPr>
            <a:endParaRPr lang="en-US" sz="3600" dirty="0"/>
          </a:p>
          <a:p>
            <a:pPr marL="0" indent="0" algn="ctr">
              <a:buNone/>
            </a:pPr>
            <a:r>
              <a:rPr lang="en-US" sz="3600" dirty="0"/>
              <a:t>THERE SHOULD NEVER BE </a:t>
            </a:r>
          </a:p>
          <a:p>
            <a:pPr marL="0" indent="0" algn="ctr">
              <a:buNone/>
            </a:pPr>
            <a:r>
              <a:rPr lang="en-US" sz="3600" dirty="0"/>
              <a:t>MORE THAN ONE REASON </a:t>
            </a:r>
          </a:p>
          <a:p>
            <a:pPr marL="0" indent="0" algn="ctr">
              <a:buNone/>
            </a:pPr>
            <a:r>
              <a:rPr lang="en-US" sz="3600" dirty="0"/>
              <a:t>FOR A CLASS TO CHANGE</a:t>
            </a:r>
          </a:p>
          <a:p>
            <a:endParaRPr lang="da-DK" sz="3600" dirty="0"/>
          </a:p>
        </p:txBody>
      </p:sp>
      <p:sp>
        <p:nvSpPr>
          <p:cNvPr id="5" name="TextBox 4"/>
          <p:cNvSpPr txBox="1"/>
          <p:nvPr/>
        </p:nvSpPr>
        <p:spPr>
          <a:xfrm>
            <a:off x="323850" y="6383696"/>
            <a:ext cx="8801100" cy="428625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rmAutofit/>
          </a:bodyPr>
          <a:lstStyle/>
          <a:p>
            <a:r>
              <a:rPr lang="da-DK" sz="1400" dirty="0"/>
              <a:t>Robert Martin: The Single </a:t>
            </a:r>
            <a:r>
              <a:rPr lang="da-DK" sz="1400" dirty="0" err="1"/>
              <a:t>Responsibility</a:t>
            </a:r>
            <a:r>
              <a:rPr lang="da-DK" sz="1400" dirty="0"/>
              <a:t> </a:t>
            </a:r>
            <a:r>
              <a:rPr lang="da-DK" sz="1400" dirty="0" err="1"/>
              <a:t>Principle</a:t>
            </a:r>
            <a:endParaRPr lang="da-DK" sz="1400" dirty="0">
              <a:latin typeface="Gill Sans MT" panose="020B05020201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207543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TPMS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19900" y="1311965"/>
            <a:ext cx="4533900" cy="4864998"/>
          </a:xfrm>
        </p:spPr>
        <p:txBody>
          <a:bodyPr/>
          <a:lstStyle/>
          <a:p>
            <a:pPr marL="0" indent="0">
              <a:buNone/>
            </a:pPr>
            <a:r>
              <a:rPr lang="da-DK" dirty="0" err="1"/>
              <a:t>TyrePressureMonitor</a:t>
            </a:r>
            <a:r>
              <a:rPr lang="da-DK" dirty="0"/>
              <a:t> has </a:t>
            </a:r>
            <a:r>
              <a:rPr lang="da-DK" dirty="0" err="1"/>
              <a:t>many</a:t>
            </a:r>
            <a:r>
              <a:rPr lang="da-DK" dirty="0"/>
              <a:t> </a:t>
            </a:r>
            <a:r>
              <a:rPr lang="da-DK" dirty="0" err="1"/>
              <a:t>responsibilities</a:t>
            </a:r>
            <a:r>
              <a:rPr lang="da-DK" dirty="0"/>
              <a:t>:</a:t>
            </a:r>
          </a:p>
          <a:p>
            <a:pPr marL="0" indent="0">
              <a:buNone/>
            </a:pPr>
            <a:endParaRPr lang="da-DK" dirty="0"/>
          </a:p>
          <a:p>
            <a:r>
              <a:rPr lang="da-DK" sz="2400" dirty="0"/>
              <a:t>Read the </a:t>
            </a:r>
            <a:r>
              <a:rPr lang="da-DK" sz="2400" dirty="0" err="1"/>
              <a:t>pressure</a:t>
            </a:r>
            <a:r>
              <a:rPr lang="da-DK" sz="2400" dirty="0"/>
              <a:t> </a:t>
            </a:r>
            <a:r>
              <a:rPr lang="da-DK" sz="2400" dirty="0" err="1"/>
              <a:t>using</a:t>
            </a:r>
            <a:r>
              <a:rPr lang="da-DK" sz="2400" dirty="0"/>
              <a:t> the </a:t>
            </a:r>
            <a:r>
              <a:rPr lang="da-DK" sz="2400" dirty="0" err="1"/>
              <a:t>TyrePressureSensor</a:t>
            </a:r>
            <a:r>
              <a:rPr lang="da-DK" sz="2400" dirty="0"/>
              <a:t>.</a:t>
            </a:r>
          </a:p>
          <a:p>
            <a:r>
              <a:rPr lang="da-DK" sz="2400" dirty="0" err="1"/>
              <a:t>Determine</a:t>
            </a:r>
            <a:r>
              <a:rPr lang="da-DK" sz="2400" dirty="0"/>
              <a:t> </a:t>
            </a:r>
            <a:r>
              <a:rPr lang="da-DK" sz="2400" dirty="0" err="1"/>
              <a:t>if</a:t>
            </a:r>
            <a:r>
              <a:rPr lang="da-DK" sz="2400" dirty="0"/>
              <a:t> the </a:t>
            </a:r>
            <a:r>
              <a:rPr lang="da-DK" sz="2400" dirty="0" err="1"/>
              <a:t>pressure</a:t>
            </a:r>
            <a:r>
              <a:rPr lang="da-DK" sz="2400" dirty="0"/>
              <a:t> is </a:t>
            </a:r>
            <a:r>
              <a:rPr lang="da-DK" sz="2400" dirty="0" err="1"/>
              <a:t>too</a:t>
            </a:r>
            <a:r>
              <a:rPr lang="da-DK" sz="2400" dirty="0"/>
              <a:t> low.</a:t>
            </a:r>
          </a:p>
          <a:p>
            <a:r>
              <a:rPr lang="da-DK" sz="2400" dirty="0" err="1"/>
              <a:t>Turn</a:t>
            </a:r>
            <a:r>
              <a:rPr lang="da-DK" sz="2400" dirty="0"/>
              <a:t> on/</a:t>
            </a:r>
            <a:r>
              <a:rPr lang="da-DK" sz="2400" dirty="0" err="1"/>
              <a:t>off</a:t>
            </a:r>
            <a:r>
              <a:rPr lang="da-DK" sz="2400" dirty="0"/>
              <a:t> the </a:t>
            </a:r>
            <a:r>
              <a:rPr lang="da-DK" sz="2400" dirty="0" err="1"/>
              <a:t>PressureLowIndicator</a:t>
            </a:r>
            <a:endParaRPr lang="da-DK" sz="2400" dirty="0"/>
          </a:p>
          <a:p>
            <a:pPr marL="0" indent="0">
              <a:buNone/>
            </a:pPr>
            <a:endParaRPr lang="da-DK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0418" y="1568090"/>
            <a:ext cx="4113265" cy="37408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6295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29425" y="1311965"/>
            <a:ext cx="4524375" cy="4864998"/>
          </a:xfrm>
        </p:spPr>
        <p:txBody>
          <a:bodyPr/>
          <a:lstStyle/>
          <a:p>
            <a:pPr marL="0" indent="0">
              <a:buNone/>
            </a:pPr>
            <a:r>
              <a:rPr lang="da-DK" dirty="0"/>
              <a:t>Now, </a:t>
            </a:r>
            <a:r>
              <a:rPr lang="da-DK" dirty="0" err="1"/>
              <a:t>reading</a:t>
            </a:r>
            <a:r>
              <a:rPr lang="da-DK" dirty="0"/>
              <a:t> the </a:t>
            </a:r>
            <a:r>
              <a:rPr lang="da-DK" dirty="0" err="1"/>
              <a:t>pressure</a:t>
            </a:r>
            <a:r>
              <a:rPr lang="da-DK" dirty="0"/>
              <a:t> is </a:t>
            </a:r>
            <a:r>
              <a:rPr lang="da-DK" dirty="0" err="1"/>
              <a:t>separated</a:t>
            </a:r>
            <a:r>
              <a:rPr lang="da-DK" dirty="0"/>
              <a:t> out.</a:t>
            </a:r>
          </a:p>
          <a:p>
            <a:pPr marL="0" indent="0">
              <a:buNone/>
            </a:pPr>
            <a:endParaRPr lang="da-DK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0418" y="1568090"/>
            <a:ext cx="4113265" cy="3740871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0417" y="1568089"/>
            <a:ext cx="4113265" cy="37408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10633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25A10D-4BB5-685E-B1AC-2B71C3BC69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598C72-FAC0-BA55-C6A0-8EB3444C4B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CBDB19-C2AD-76B5-3C8E-F87F7C609B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29425" y="1311965"/>
            <a:ext cx="4524375" cy="4864998"/>
          </a:xfrm>
        </p:spPr>
        <p:txBody>
          <a:bodyPr/>
          <a:lstStyle/>
          <a:p>
            <a:pPr marL="0" indent="0">
              <a:buNone/>
            </a:pPr>
            <a:r>
              <a:rPr lang="da-DK" dirty="0">
                <a:solidFill>
                  <a:schemeClr val="bg1">
                    <a:lumMod val="85000"/>
                  </a:schemeClr>
                </a:solidFill>
              </a:rPr>
              <a:t>Now, </a:t>
            </a:r>
            <a:r>
              <a:rPr lang="da-DK" dirty="0" err="1">
                <a:solidFill>
                  <a:schemeClr val="bg1">
                    <a:lumMod val="85000"/>
                  </a:schemeClr>
                </a:solidFill>
              </a:rPr>
              <a:t>reading</a:t>
            </a:r>
            <a:r>
              <a:rPr lang="da-DK" dirty="0">
                <a:solidFill>
                  <a:schemeClr val="bg1">
                    <a:lumMod val="85000"/>
                  </a:schemeClr>
                </a:solidFill>
              </a:rPr>
              <a:t> the </a:t>
            </a:r>
            <a:r>
              <a:rPr lang="da-DK" dirty="0" err="1">
                <a:solidFill>
                  <a:schemeClr val="bg1">
                    <a:lumMod val="85000"/>
                  </a:schemeClr>
                </a:solidFill>
              </a:rPr>
              <a:t>pressure</a:t>
            </a:r>
            <a:r>
              <a:rPr lang="da-DK" dirty="0">
                <a:solidFill>
                  <a:schemeClr val="bg1">
                    <a:lumMod val="85000"/>
                  </a:schemeClr>
                </a:solidFill>
              </a:rPr>
              <a:t> is </a:t>
            </a:r>
            <a:r>
              <a:rPr lang="da-DK" dirty="0" err="1">
                <a:solidFill>
                  <a:schemeClr val="bg1">
                    <a:lumMod val="85000"/>
                  </a:schemeClr>
                </a:solidFill>
              </a:rPr>
              <a:t>separated</a:t>
            </a:r>
            <a:r>
              <a:rPr lang="da-DK" dirty="0">
                <a:solidFill>
                  <a:schemeClr val="bg1">
                    <a:lumMod val="85000"/>
                  </a:schemeClr>
                </a:solidFill>
              </a:rPr>
              <a:t> out.</a:t>
            </a:r>
          </a:p>
          <a:p>
            <a:pPr marL="0" indent="0">
              <a:buNone/>
            </a:pPr>
            <a:endParaRPr lang="da-DK" dirty="0"/>
          </a:p>
          <a:p>
            <a:pPr marL="0" indent="0">
              <a:buNone/>
            </a:pPr>
            <a:r>
              <a:rPr lang="da-DK" dirty="0" err="1"/>
              <a:t>Wouldn’t</a:t>
            </a:r>
            <a:r>
              <a:rPr lang="da-DK" dirty="0"/>
              <a:t> it </a:t>
            </a:r>
            <a:r>
              <a:rPr lang="da-DK" dirty="0" err="1"/>
              <a:t>be</a:t>
            </a:r>
            <a:r>
              <a:rPr lang="da-DK" dirty="0"/>
              <a:t> </a:t>
            </a:r>
            <a:r>
              <a:rPr lang="da-DK" dirty="0" err="1"/>
              <a:t>nice</a:t>
            </a:r>
            <a:r>
              <a:rPr lang="da-DK" dirty="0"/>
              <a:t>, </a:t>
            </a:r>
            <a:r>
              <a:rPr lang="da-DK" dirty="0" err="1"/>
              <a:t>if</a:t>
            </a:r>
            <a:r>
              <a:rPr lang="da-DK" dirty="0"/>
              <a:t> the </a:t>
            </a:r>
            <a:r>
              <a:rPr lang="da-DK" dirty="0" err="1"/>
              <a:t>pressure</a:t>
            </a:r>
            <a:r>
              <a:rPr lang="da-DK" dirty="0"/>
              <a:t> monitor did not have to </a:t>
            </a:r>
            <a:r>
              <a:rPr lang="da-DK" dirty="0" err="1"/>
              <a:t>control</a:t>
            </a:r>
            <a:r>
              <a:rPr lang="da-DK" dirty="0"/>
              <a:t> </a:t>
            </a:r>
            <a:r>
              <a:rPr lang="da-DK" dirty="0" err="1"/>
              <a:t>when</a:t>
            </a:r>
            <a:r>
              <a:rPr lang="da-DK" dirty="0"/>
              <a:t> the </a:t>
            </a:r>
            <a:r>
              <a:rPr lang="da-DK" dirty="0" err="1"/>
              <a:t>pressure</a:t>
            </a:r>
            <a:r>
              <a:rPr lang="da-DK" dirty="0"/>
              <a:t> </a:t>
            </a:r>
            <a:r>
              <a:rPr lang="da-DK" dirty="0" err="1"/>
              <a:t>was</a:t>
            </a:r>
            <a:r>
              <a:rPr lang="da-DK" dirty="0"/>
              <a:t> </a:t>
            </a:r>
            <a:r>
              <a:rPr lang="da-DK" dirty="0" err="1"/>
              <a:t>read</a:t>
            </a:r>
            <a:r>
              <a:rPr lang="da-DK" dirty="0"/>
              <a:t>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A6CFA24-CCB7-9E94-8F9D-E6270D196C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0418" y="1568090"/>
            <a:ext cx="4113265" cy="374087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9EF7FBE-6E13-4AD7-BBAA-D89A15D2D4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0417" y="1568089"/>
            <a:ext cx="4113265" cy="37408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62071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19900" y="1311965"/>
            <a:ext cx="4533900" cy="4864998"/>
          </a:xfrm>
        </p:spPr>
        <p:txBody>
          <a:bodyPr/>
          <a:lstStyle/>
          <a:p>
            <a:pPr marL="0" indent="0">
              <a:buNone/>
            </a:pPr>
            <a:r>
              <a:rPr lang="da-DK" dirty="0" err="1"/>
              <a:t>Let’s</a:t>
            </a:r>
            <a:r>
              <a:rPr lang="da-DK" dirty="0"/>
              <a:t> put the </a:t>
            </a:r>
            <a:r>
              <a:rPr lang="da-DK" dirty="0" err="1"/>
              <a:t>TyrePressureReader</a:t>
            </a:r>
            <a:r>
              <a:rPr lang="da-DK" dirty="0"/>
              <a:t> on a separate </a:t>
            </a:r>
            <a:r>
              <a:rPr lang="da-DK" dirty="0" err="1"/>
              <a:t>thread</a:t>
            </a:r>
            <a:r>
              <a:rPr lang="da-DK" dirty="0"/>
              <a:t>.</a:t>
            </a:r>
          </a:p>
          <a:p>
            <a:pPr marL="0" indent="0">
              <a:buNone/>
            </a:pPr>
            <a:endParaRPr lang="da-DK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0418" y="1568090"/>
            <a:ext cx="4113265" cy="3740871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0417" y="1568089"/>
            <a:ext cx="4113265" cy="3740871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0416" y="1568089"/>
            <a:ext cx="4113265" cy="37408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87572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2320E6-D18C-6AF4-7CF2-2551FB52BA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D58B65-3369-417A-B4F8-1BD1CF6086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4CF1EE-2E07-9E9F-AC2A-10DAE3D255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19900" y="1311965"/>
            <a:ext cx="4533900" cy="4864998"/>
          </a:xfrm>
        </p:spPr>
        <p:txBody>
          <a:bodyPr/>
          <a:lstStyle/>
          <a:p>
            <a:pPr marL="0" indent="0">
              <a:buNone/>
            </a:pPr>
            <a:r>
              <a:rPr lang="da-DK" dirty="0" err="1">
                <a:solidFill>
                  <a:schemeClr val="bg1">
                    <a:lumMod val="85000"/>
                  </a:schemeClr>
                </a:solidFill>
              </a:rPr>
              <a:t>Let’s</a:t>
            </a:r>
            <a:r>
              <a:rPr lang="da-DK" dirty="0">
                <a:solidFill>
                  <a:schemeClr val="bg1">
                    <a:lumMod val="85000"/>
                  </a:schemeClr>
                </a:solidFill>
              </a:rPr>
              <a:t> put the </a:t>
            </a:r>
            <a:r>
              <a:rPr lang="da-DK" dirty="0" err="1">
                <a:solidFill>
                  <a:schemeClr val="bg1">
                    <a:lumMod val="85000"/>
                  </a:schemeClr>
                </a:solidFill>
              </a:rPr>
              <a:t>TyrePressureReader</a:t>
            </a:r>
            <a:r>
              <a:rPr lang="da-DK" dirty="0">
                <a:solidFill>
                  <a:schemeClr val="bg1">
                    <a:lumMod val="85000"/>
                  </a:schemeClr>
                </a:solidFill>
              </a:rPr>
              <a:t> on a separate </a:t>
            </a:r>
            <a:r>
              <a:rPr lang="da-DK" dirty="0" err="1">
                <a:solidFill>
                  <a:schemeClr val="bg1">
                    <a:lumMod val="85000"/>
                  </a:schemeClr>
                </a:solidFill>
              </a:rPr>
              <a:t>thread</a:t>
            </a:r>
            <a:r>
              <a:rPr lang="da-DK" dirty="0">
                <a:solidFill>
                  <a:schemeClr val="bg1">
                    <a:lumMod val="85000"/>
                  </a:schemeClr>
                </a:solidFill>
              </a:rPr>
              <a:t>.</a:t>
            </a:r>
          </a:p>
          <a:p>
            <a:pPr marL="0" indent="0">
              <a:buNone/>
            </a:pPr>
            <a:endParaRPr lang="da-DK" dirty="0"/>
          </a:p>
          <a:p>
            <a:pPr marL="0" indent="0">
              <a:buNone/>
            </a:pPr>
            <a:r>
              <a:rPr lang="da-DK" dirty="0"/>
              <a:t>How </a:t>
            </a:r>
            <a:r>
              <a:rPr lang="da-DK" dirty="0" err="1"/>
              <a:t>does</a:t>
            </a:r>
            <a:r>
              <a:rPr lang="da-DK" dirty="0"/>
              <a:t> the </a:t>
            </a:r>
            <a:r>
              <a:rPr lang="da-DK" dirty="0" err="1"/>
              <a:t>TyrePressureMonitor</a:t>
            </a:r>
            <a:r>
              <a:rPr lang="da-DK" dirty="0"/>
              <a:t> </a:t>
            </a:r>
            <a:r>
              <a:rPr lang="da-DK" dirty="0" err="1"/>
              <a:t>know</a:t>
            </a:r>
            <a:r>
              <a:rPr lang="da-DK" dirty="0"/>
              <a:t>, </a:t>
            </a:r>
            <a:r>
              <a:rPr lang="da-DK" dirty="0" err="1"/>
              <a:t>when</a:t>
            </a:r>
            <a:r>
              <a:rPr lang="da-DK" dirty="0"/>
              <a:t> a new </a:t>
            </a:r>
            <a:r>
              <a:rPr lang="da-DK" dirty="0" err="1"/>
              <a:t>reading</a:t>
            </a:r>
            <a:r>
              <a:rPr lang="da-DK" dirty="0"/>
              <a:t> has </a:t>
            </a:r>
            <a:r>
              <a:rPr lang="da-DK" dirty="0" err="1"/>
              <a:t>taken</a:t>
            </a:r>
            <a:r>
              <a:rPr lang="da-DK" dirty="0"/>
              <a:t> </a:t>
            </a:r>
            <a:r>
              <a:rPr lang="da-DK" dirty="0" err="1"/>
              <a:t>place</a:t>
            </a:r>
            <a:r>
              <a:rPr lang="da-DK" dirty="0"/>
              <a:t>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F1B624C-08F1-051B-ED0D-0D45DE7FE5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0418" y="1568090"/>
            <a:ext cx="4113265" cy="374087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BC6F1BA-EAAB-D76D-E229-3F47C75ABD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0417" y="1568089"/>
            <a:ext cx="4113265" cy="374087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4BFF41AB-C1CB-9959-069C-DDF1D45A834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0416" y="1568089"/>
            <a:ext cx="4113265" cy="37408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76894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19900" y="1311965"/>
            <a:ext cx="4533900" cy="4864998"/>
          </a:xfrm>
        </p:spPr>
        <p:txBody>
          <a:bodyPr/>
          <a:lstStyle/>
          <a:p>
            <a:pPr marL="0" indent="0">
              <a:buNone/>
            </a:pPr>
            <a:r>
              <a:rPr lang="da-DK" dirty="0"/>
              <a:t>The Monitor </a:t>
            </a:r>
            <a:r>
              <a:rPr lang="da-DK" dirty="0" err="1"/>
              <a:t>consumes</a:t>
            </a:r>
            <a:r>
              <a:rPr lang="da-DK" dirty="0"/>
              <a:t> </a:t>
            </a:r>
            <a:r>
              <a:rPr lang="da-DK" b="1" dirty="0"/>
              <a:t>data</a:t>
            </a:r>
            <a:r>
              <a:rPr lang="da-DK" dirty="0"/>
              <a:t>, </a:t>
            </a:r>
            <a:r>
              <a:rPr lang="da-DK" dirty="0" err="1"/>
              <a:t>which</a:t>
            </a:r>
            <a:r>
              <a:rPr lang="da-DK" dirty="0"/>
              <a:t> the Reader provides.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0418" y="1568090"/>
            <a:ext cx="4113265" cy="3740871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0417" y="1568089"/>
            <a:ext cx="4113265" cy="3740871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0416" y="1568089"/>
            <a:ext cx="4113265" cy="37408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52412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Producer - Consumer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19900" y="1311965"/>
            <a:ext cx="4533900" cy="4864998"/>
          </a:xfrm>
        </p:spPr>
        <p:txBody>
          <a:bodyPr/>
          <a:lstStyle/>
          <a:p>
            <a:pPr marL="0" indent="0">
              <a:buNone/>
            </a:pPr>
            <a:r>
              <a:rPr lang="da-DK" dirty="0"/>
              <a:t>The Monitor </a:t>
            </a:r>
            <a:r>
              <a:rPr lang="da-DK" dirty="0" err="1"/>
              <a:t>consumes</a:t>
            </a:r>
            <a:r>
              <a:rPr lang="da-DK" dirty="0"/>
              <a:t> </a:t>
            </a:r>
            <a:r>
              <a:rPr lang="da-DK" b="1" dirty="0"/>
              <a:t>data</a:t>
            </a:r>
            <a:r>
              <a:rPr lang="da-DK" dirty="0"/>
              <a:t>, </a:t>
            </a:r>
            <a:r>
              <a:rPr lang="da-DK" dirty="0" err="1"/>
              <a:t>which</a:t>
            </a:r>
            <a:r>
              <a:rPr lang="da-DK" dirty="0"/>
              <a:t> the Reader provides.</a:t>
            </a:r>
          </a:p>
          <a:p>
            <a:pPr marL="0" indent="0">
              <a:buNone/>
            </a:pPr>
            <a:endParaRPr lang="da-DK" dirty="0"/>
          </a:p>
          <a:p>
            <a:pPr marL="0" indent="0">
              <a:buNone/>
            </a:pPr>
            <a:r>
              <a:rPr lang="da-DK" dirty="0"/>
              <a:t>This is a </a:t>
            </a:r>
            <a:r>
              <a:rPr lang="da-DK" dirty="0" err="1"/>
              <a:t>very</a:t>
            </a:r>
            <a:r>
              <a:rPr lang="da-DK" dirty="0"/>
              <a:t> common design: Producer – Consumer.</a:t>
            </a:r>
          </a:p>
          <a:p>
            <a:pPr marL="0" indent="0">
              <a:buNone/>
            </a:pPr>
            <a:endParaRPr lang="da-DK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0418" y="1568090"/>
            <a:ext cx="4113265" cy="3740871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0417" y="1568089"/>
            <a:ext cx="4113265" cy="3740871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0416" y="1568089"/>
            <a:ext cx="4113265" cy="3740871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0418" y="1568090"/>
            <a:ext cx="4113265" cy="37408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30636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Producer - Consumer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19900" y="1311965"/>
            <a:ext cx="4533900" cy="4864998"/>
          </a:xfrm>
        </p:spPr>
        <p:txBody>
          <a:bodyPr/>
          <a:lstStyle/>
          <a:p>
            <a:pPr marL="0" indent="0">
              <a:buNone/>
            </a:pPr>
            <a:r>
              <a:rPr lang="da-DK" dirty="0">
                <a:solidFill>
                  <a:schemeClr val="bg1">
                    <a:lumMod val="85000"/>
                  </a:schemeClr>
                </a:solidFill>
              </a:rPr>
              <a:t>The Consumer </a:t>
            </a:r>
            <a:r>
              <a:rPr lang="da-DK" dirty="0" err="1">
                <a:solidFill>
                  <a:schemeClr val="bg1">
                    <a:lumMod val="85000"/>
                  </a:schemeClr>
                </a:solidFill>
              </a:rPr>
              <a:t>consumes</a:t>
            </a:r>
            <a:r>
              <a:rPr lang="da-DK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da-DK" b="1" dirty="0">
                <a:solidFill>
                  <a:schemeClr val="bg1">
                    <a:lumMod val="85000"/>
                  </a:schemeClr>
                </a:solidFill>
              </a:rPr>
              <a:t>data</a:t>
            </a:r>
            <a:r>
              <a:rPr lang="da-DK" dirty="0">
                <a:solidFill>
                  <a:schemeClr val="bg1">
                    <a:lumMod val="85000"/>
                  </a:schemeClr>
                </a:solidFill>
              </a:rPr>
              <a:t>, </a:t>
            </a:r>
            <a:r>
              <a:rPr lang="da-DK" dirty="0" err="1">
                <a:solidFill>
                  <a:schemeClr val="bg1">
                    <a:lumMod val="85000"/>
                  </a:schemeClr>
                </a:solidFill>
              </a:rPr>
              <a:t>which</a:t>
            </a:r>
            <a:r>
              <a:rPr lang="da-DK" dirty="0">
                <a:solidFill>
                  <a:schemeClr val="bg1">
                    <a:lumMod val="85000"/>
                  </a:schemeClr>
                </a:solidFill>
              </a:rPr>
              <a:t> the Provider provides.</a:t>
            </a:r>
          </a:p>
          <a:p>
            <a:pPr marL="0" indent="0">
              <a:buNone/>
            </a:pPr>
            <a:endParaRPr lang="da-DK" dirty="0"/>
          </a:p>
          <a:p>
            <a:pPr marL="0" indent="0">
              <a:buNone/>
            </a:pPr>
            <a:r>
              <a:rPr lang="da-DK" dirty="0" err="1"/>
              <a:t>Let’s</a:t>
            </a:r>
            <a:r>
              <a:rPr lang="da-DK" dirty="0"/>
              <a:t> put </a:t>
            </a:r>
            <a:r>
              <a:rPr lang="da-DK" dirty="0" err="1"/>
              <a:t>that</a:t>
            </a:r>
            <a:r>
              <a:rPr lang="da-DK" dirty="0"/>
              <a:t> data </a:t>
            </a:r>
            <a:r>
              <a:rPr lang="da-DK" dirty="0" err="1"/>
              <a:t>into</a:t>
            </a:r>
            <a:r>
              <a:rPr lang="da-DK" dirty="0"/>
              <a:t> </a:t>
            </a:r>
            <a:r>
              <a:rPr lang="da-DK" dirty="0" err="1"/>
              <a:t>another</a:t>
            </a:r>
            <a:r>
              <a:rPr lang="da-DK" dirty="0"/>
              <a:t> </a:t>
            </a:r>
            <a:r>
              <a:rPr lang="da-DK" dirty="0" err="1"/>
              <a:t>object</a:t>
            </a:r>
            <a:r>
              <a:rPr lang="da-DK" dirty="0"/>
              <a:t>, so the Consumer </a:t>
            </a:r>
            <a:r>
              <a:rPr lang="da-DK" dirty="0" err="1"/>
              <a:t>thread</a:t>
            </a:r>
            <a:r>
              <a:rPr lang="da-DK" dirty="0"/>
              <a:t> </a:t>
            </a:r>
            <a:r>
              <a:rPr lang="da-DK" dirty="0" err="1"/>
              <a:t>does</a:t>
            </a:r>
            <a:r>
              <a:rPr lang="da-DK" dirty="0"/>
              <a:t> not have to </a:t>
            </a:r>
            <a:r>
              <a:rPr lang="da-DK" dirty="0" err="1"/>
              <a:t>know</a:t>
            </a:r>
            <a:r>
              <a:rPr lang="da-DK" dirty="0"/>
              <a:t> the Producer </a:t>
            </a:r>
            <a:r>
              <a:rPr lang="da-DK" dirty="0" err="1"/>
              <a:t>thread</a:t>
            </a:r>
            <a:r>
              <a:rPr lang="da-DK" dirty="0"/>
              <a:t>.</a:t>
            </a: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0416" y="3049517"/>
            <a:ext cx="4113265" cy="24544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056683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DataContainer</a:t>
            </a:r>
            <a:endParaRPr lang="da-DK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19088" y="1311965"/>
            <a:ext cx="4534711" cy="4864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a-DK" dirty="0"/>
              <a:t>Objects of the </a:t>
            </a:r>
            <a:r>
              <a:rPr lang="da-DK" dirty="0" err="1"/>
              <a:t>DataContainer</a:t>
            </a:r>
            <a:r>
              <a:rPr lang="da-DK" dirty="0"/>
              <a:t> class is </a:t>
            </a:r>
            <a:r>
              <a:rPr lang="da-DK" dirty="0" err="1"/>
              <a:t>used</a:t>
            </a:r>
            <a:r>
              <a:rPr lang="da-DK" dirty="0"/>
              <a:t> to </a:t>
            </a:r>
            <a:r>
              <a:rPr lang="da-DK" dirty="0" err="1"/>
              <a:t>pass</a:t>
            </a:r>
            <a:r>
              <a:rPr lang="da-DK" dirty="0"/>
              <a:t> data from producer to </a:t>
            </a:r>
            <a:r>
              <a:rPr lang="da-DK" dirty="0" err="1"/>
              <a:t>consumer</a:t>
            </a:r>
            <a:r>
              <a:rPr lang="da-DK" dirty="0"/>
              <a:t>.</a:t>
            </a:r>
          </a:p>
        </p:txBody>
      </p:sp>
      <p:sp>
        <p:nvSpPr>
          <p:cNvPr id="4" name="Rectangle 3"/>
          <p:cNvSpPr/>
          <p:nvPr/>
        </p:nvSpPr>
        <p:spPr>
          <a:xfrm>
            <a:off x="503364" y="1311965"/>
            <a:ext cx="6169810" cy="5400120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class </a:t>
            </a:r>
            <a:r>
              <a:rPr lang="en-US" dirty="0" err="1">
                <a:solidFill>
                  <a:schemeClr val="tx1"/>
                </a:solidFill>
                <a:latin typeface="Consolas" panose="020B0609020204030204" pitchFamily="49" charset="0"/>
              </a:rPr>
              <a:t>DataContainer</a:t>
            </a:r>
            <a:endParaRPr lang="en-US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    private </a:t>
            </a:r>
            <a:r>
              <a:rPr lang="en-US" dirty="0" err="1">
                <a:solidFill>
                  <a:schemeClr val="tx1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chemeClr val="tx1"/>
                </a:solidFill>
                <a:latin typeface="Consolas" panose="020B0609020204030204" pitchFamily="49" charset="0"/>
              </a:rPr>
              <a:t>tyrePressure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;</a:t>
            </a:r>
          </a:p>
          <a:p>
            <a:endParaRPr lang="en-US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    public </a:t>
            </a:r>
            <a:r>
              <a:rPr lang="en-US" dirty="0" err="1">
                <a:solidFill>
                  <a:schemeClr val="tx1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chemeClr val="tx1"/>
                </a:solidFill>
                <a:latin typeface="Consolas" panose="020B0609020204030204" pitchFamily="49" charset="0"/>
              </a:rPr>
              <a:t>GetTyrePressure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()</a:t>
            </a:r>
          </a:p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    {</a:t>
            </a:r>
          </a:p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        return </a:t>
            </a:r>
            <a:r>
              <a:rPr lang="en-US" dirty="0" err="1">
                <a:solidFill>
                  <a:schemeClr val="tx1"/>
                </a:solidFill>
                <a:latin typeface="Consolas" panose="020B0609020204030204" pitchFamily="49" charset="0"/>
              </a:rPr>
              <a:t>tyrePressure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    }</a:t>
            </a:r>
          </a:p>
          <a:p>
            <a:endParaRPr lang="en-US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    public void </a:t>
            </a:r>
            <a:r>
              <a:rPr lang="en-US" dirty="0" err="1">
                <a:solidFill>
                  <a:schemeClr val="tx1"/>
                </a:solidFill>
                <a:latin typeface="Consolas" panose="020B0609020204030204" pitchFamily="49" charset="0"/>
              </a:rPr>
              <a:t>SetTyrePressure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(</a:t>
            </a:r>
            <a:r>
              <a:rPr lang="en-US" dirty="0" err="1">
                <a:solidFill>
                  <a:schemeClr val="tx1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 value)</a:t>
            </a:r>
          </a:p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    {</a:t>
            </a:r>
          </a:p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        </a:t>
            </a:r>
            <a:r>
              <a:rPr lang="en-US" dirty="0" err="1">
                <a:solidFill>
                  <a:schemeClr val="tx1"/>
                </a:solidFill>
                <a:latin typeface="Consolas" panose="020B0609020204030204" pitchFamily="49" charset="0"/>
              </a:rPr>
              <a:t>tyrePressure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 = value;</a:t>
            </a:r>
          </a:p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    }</a:t>
            </a:r>
          </a:p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08048267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Producer - Consumer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19900" y="1311965"/>
            <a:ext cx="4533900" cy="4864998"/>
          </a:xfrm>
        </p:spPr>
        <p:txBody>
          <a:bodyPr/>
          <a:lstStyle/>
          <a:p>
            <a:pPr marL="0" indent="0">
              <a:buNone/>
            </a:pPr>
            <a:r>
              <a:rPr lang="da-DK" dirty="0"/>
              <a:t>The Consumer </a:t>
            </a:r>
            <a:r>
              <a:rPr lang="da-DK" dirty="0" err="1"/>
              <a:t>would</a:t>
            </a:r>
            <a:r>
              <a:rPr lang="da-DK" dirty="0"/>
              <a:t> like to </a:t>
            </a:r>
            <a:r>
              <a:rPr lang="da-DK" dirty="0" err="1"/>
              <a:t>know</a:t>
            </a:r>
            <a:r>
              <a:rPr lang="da-DK" dirty="0"/>
              <a:t> </a:t>
            </a:r>
            <a:r>
              <a:rPr lang="da-DK" dirty="0" err="1"/>
              <a:t>when</a:t>
            </a:r>
            <a:r>
              <a:rPr lang="da-DK" dirty="0"/>
              <a:t> new data is </a:t>
            </a:r>
            <a:r>
              <a:rPr lang="da-DK" dirty="0" err="1"/>
              <a:t>available</a:t>
            </a:r>
            <a:r>
              <a:rPr lang="da-DK" dirty="0"/>
              <a:t>.</a:t>
            </a:r>
          </a:p>
          <a:p>
            <a:pPr marL="0" indent="0">
              <a:buNone/>
            </a:pPr>
            <a:endParaRPr lang="da-DK" dirty="0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0416" y="3049517"/>
            <a:ext cx="4113265" cy="24544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493750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F9FE92-6C67-DAED-51B5-7E27B39195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494A88-A2F4-1B9E-8CB4-764B3AF8F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Producer - Consumer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029EA9-A832-0208-73B5-EBD1C23942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19900" y="1311965"/>
            <a:ext cx="4533900" cy="4864998"/>
          </a:xfrm>
        </p:spPr>
        <p:txBody>
          <a:bodyPr/>
          <a:lstStyle/>
          <a:p>
            <a:pPr marL="0" indent="0">
              <a:buNone/>
            </a:pPr>
            <a:r>
              <a:rPr lang="da-DK" dirty="0">
                <a:solidFill>
                  <a:schemeClr val="bg1">
                    <a:lumMod val="85000"/>
                  </a:schemeClr>
                </a:solidFill>
              </a:rPr>
              <a:t>The Consumer </a:t>
            </a:r>
            <a:r>
              <a:rPr lang="da-DK" dirty="0" err="1">
                <a:solidFill>
                  <a:schemeClr val="bg1">
                    <a:lumMod val="85000"/>
                  </a:schemeClr>
                </a:solidFill>
              </a:rPr>
              <a:t>would</a:t>
            </a:r>
            <a:r>
              <a:rPr lang="da-DK" dirty="0">
                <a:solidFill>
                  <a:schemeClr val="bg1">
                    <a:lumMod val="85000"/>
                  </a:schemeClr>
                </a:solidFill>
              </a:rPr>
              <a:t> like to </a:t>
            </a:r>
            <a:r>
              <a:rPr lang="da-DK" dirty="0" err="1">
                <a:solidFill>
                  <a:schemeClr val="bg1">
                    <a:lumMod val="85000"/>
                  </a:schemeClr>
                </a:solidFill>
              </a:rPr>
              <a:t>know</a:t>
            </a:r>
            <a:r>
              <a:rPr lang="da-DK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da-DK" dirty="0" err="1">
                <a:solidFill>
                  <a:schemeClr val="bg1">
                    <a:lumMod val="85000"/>
                  </a:schemeClr>
                </a:solidFill>
              </a:rPr>
              <a:t>when</a:t>
            </a:r>
            <a:r>
              <a:rPr lang="da-DK" dirty="0">
                <a:solidFill>
                  <a:schemeClr val="bg1">
                    <a:lumMod val="85000"/>
                  </a:schemeClr>
                </a:solidFill>
              </a:rPr>
              <a:t> new data is </a:t>
            </a:r>
            <a:r>
              <a:rPr lang="da-DK" dirty="0" err="1">
                <a:solidFill>
                  <a:schemeClr val="bg1">
                    <a:lumMod val="85000"/>
                  </a:schemeClr>
                </a:solidFill>
              </a:rPr>
              <a:t>available</a:t>
            </a:r>
            <a:r>
              <a:rPr lang="da-DK" dirty="0">
                <a:solidFill>
                  <a:schemeClr val="bg1">
                    <a:lumMod val="85000"/>
                  </a:schemeClr>
                </a:solidFill>
              </a:rPr>
              <a:t>.</a:t>
            </a:r>
          </a:p>
          <a:p>
            <a:pPr marL="0" indent="0">
              <a:buNone/>
            </a:pPr>
            <a:endParaRPr lang="da-DK" dirty="0"/>
          </a:p>
          <a:p>
            <a:pPr marL="0" indent="0">
              <a:buNone/>
            </a:pPr>
            <a:r>
              <a:rPr lang="da-DK" dirty="0"/>
              <a:t>The Producer </a:t>
            </a:r>
            <a:r>
              <a:rPr lang="da-DK" dirty="0" err="1"/>
              <a:t>would</a:t>
            </a:r>
            <a:r>
              <a:rPr lang="da-DK" dirty="0"/>
              <a:t> like to </a:t>
            </a:r>
            <a:r>
              <a:rPr lang="da-DK" dirty="0" err="1"/>
              <a:t>know</a:t>
            </a:r>
            <a:r>
              <a:rPr lang="da-DK" dirty="0"/>
              <a:t>, </a:t>
            </a:r>
            <a:r>
              <a:rPr lang="da-DK" dirty="0" err="1"/>
              <a:t>if</a:t>
            </a:r>
            <a:r>
              <a:rPr lang="da-DK" dirty="0"/>
              <a:t> the data has </a:t>
            </a:r>
            <a:r>
              <a:rPr lang="da-DK" dirty="0" err="1"/>
              <a:t>been</a:t>
            </a:r>
            <a:r>
              <a:rPr lang="da-DK" dirty="0"/>
              <a:t> </a:t>
            </a:r>
            <a:r>
              <a:rPr lang="da-DK" dirty="0" err="1"/>
              <a:t>consumed</a:t>
            </a:r>
            <a:r>
              <a:rPr lang="da-DK" dirty="0"/>
              <a:t>, so it </a:t>
            </a:r>
            <a:r>
              <a:rPr lang="da-DK" dirty="0" err="1"/>
              <a:t>can</a:t>
            </a:r>
            <a:r>
              <a:rPr lang="da-DK" dirty="0"/>
              <a:t> provide a new </a:t>
            </a:r>
            <a:r>
              <a:rPr lang="da-DK" dirty="0" err="1"/>
              <a:t>value</a:t>
            </a:r>
            <a:r>
              <a:rPr lang="da-DK" dirty="0"/>
              <a:t>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E762CCB-3018-2985-2946-D725A05E63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0416" y="3049517"/>
            <a:ext cx="4113265" cy="24544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147887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Thread </a:t>
            </a:r>
            <a:r>
              <a:rPr lang="da-DK" dirty="0" err="1"/>
              <a:t>synchronization</a:t>
            </a:r>
            <a:endParaRPr lang="da-DK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17188121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Producer - Consumer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19900" y="1311965"/>
            <a:ext cx="4533900" cy="4864998"/>
          </a:xfrm>
        </p:spPr>
        <p:txBody>
          <a:bodyPr/>
          <a:lstStyle/>
          <a:p>
            <a:pPr marL="0" indent="0">
              <a:buNone/>
            </a:pPr>
            <a:r>
              <a:rPr lang="da-DK" dirty="0"/>
              <a:t>The Consumer </a:t>
            </a:r>
            <a:r>
              <a:rPr lang="da-DK" dirty="0" err="1"/>
              <a:t>would</a:t>
            </a:r>
            <a:r>
              <a:rPr lang="da-DK" dirty="0"/>
              <a:t> </a:t>
            </a:r>
            <a:r>
              <a:rPr lang="da-DK" dirty="0" err="1"/>
              <a:t>like</a:t>
            </a:r>
            <a:r>
              <a:rPr lang="da-DK" dirty="0"/>
              <a:t> to know </a:t>
            </a:r>
            <a:r>
              <a:rPr lang="da-DK" dirty="0" err="1"/>
              <a:t>when</a:t>
            </a:r>
            <a:r>
              <a:rPr lang="da-DK" dirty="0"/>
              <a:t> new data is </a:t>
            </a:r>
            <a:r>
              <a:rPr lang="da-DK" dirty="0" err="1"/>
              <a:t>available</a:t>
            </a:r>
            <a:r>
              <a:rPr lang="da-DK" dirty="0"/>
              <a:t>.</a:t>
            </a:r>
          </a:p>
          <a:p>
            <a:pPr marL="0" indent="0">
              <a:buNone/>
            </a:pPr>
            <a:endParaRPr lang="da-DK" dirty="0">
              <a:solidFill>
                <a:schemeClr val="bg1">
                  <a:lumMod val="85000"/>
                </a:schemeClr>
              </a:solidFill>
            </a:endParaRPr>
          </a:p>
          <a:p>
            <a:pPr marL="0" indent="0">
              <a:buNone/>
            </a:pPr>
            <a:r>
              <a:rPr lang="da-DK" dirty="0">
                <a:solidFill>
                  <a:schemeClr val="bg1">
                    <a:lumMod val="85000"/>
                  </a:schemeClr>
                </a:solidFill>
              </a:rPr>
              <a:t>The Producer </a:t>
            </a:r>
            <a:r>
              <a:rPr lang="da-DK" dirty="0" err="1">
                <a:solidFill>
                  <a:schemeClr val="bg1">
                    <a:lumMod val="85000"/>
                  </a:schemeClr>
                </a:solidFill>
              </a:rPr>
              <a:t>would</a:t>
            </a:r>
            <a:r>
              <a:rPr lang="da-DK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da-DK" dirty="0" err="1">
                <a:solidFill>
                  <a:schemeClr val="bg1">
                    <a:lumMod val="85000"/>
                  </a:schemeClr>
                </a:solidFill>
              </a:rPr>
              <a:t>like</a:t>
            </a:r>
            <a:r>
              <a:rPr lang="da-DK" dirty="0">
                <a:solidFill>
                  <a:schemeClr val="bg1">
                    <a:lumMod val="85000"/>
                  </a:schemeClr>
                </a:solidFill>
              </a:rPr>
              <a:t> to know, if the data has </a:t>
            </a:r>
            <a:r>
              <a:rPr lang="da-DK" dirty="0" err="1">
                <a:solidFill>
                  <a:schemeClr val="bg1">
                    <a:lumMod val="85000"/>
                  </a:schemeClr>
                </a:solidFill>
              </a:rPr>
              <a:t>been</a:t>
            </a:r>
            <a:r>
              <a:rPr lang="da-DK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da-DK" dirty="0" err="1">
                <a:solidFill>
                  <a:schemeClr val="bg1">
                    <a:lumMod val="85000"/>
                  </a:schemeClr>
                </a:solidFill>
              </a:rPr>
              <a:t>consumed</a:t>
            </a:r>
            <a:r>
              <a:rPr lang="da-DK" dirty="0">
                <a:solidFill>
                  <a:schemeClr val="bg1">
                    <a:lumMod val="85000"/>
                  </a:schemeClr>
                </a:solidFill>
              </a:rPr>
              <a:t>, so it </a:t>
            </a:r>
            <a:r>
              <a:rPr lang="da-DK" dirty="0" err="1">
                <a:solidFill>
                  <a:schemeClr val="bg1">
                    <a:lumMod val="85000"/>
                  </a:schemeClr>
                </a:solidFill>
              </a:rPr>
              <a:t>can</a:t>
            </a:r>
            <a:r>
              <a:rPr lang="da-DK" dirty="0">
                <a:solidFill>
                  <a:schemeClr val="bg1">
                    <a:lumMod val="85000"/>
                  </a:schemeClr>
                </a:solidFill>
              </a:rPr>
              <a:t> provide a new </a:t>
            </a:r>
            <a:r>
              <a:rPr lang="da-DK" dirty="0" err="1">
                <a:solidFill>
                  <a:schemeClr val="bg1">
                    <a:lumMod val="85000"/>
                  </a:schemeClr>
                </a:solidFill>
              </a:rPr>
              <a:t>value</a:t>
            </a:r>
            <a:r>
              <a:rPr lang="da-DK" dirty="0">
                <a:solidFill>
                  <a:schemeClr val="bg1">
                    <a:lumMod val="85000"/>
                  </a:schemeClr>
                </a:solidFill>
              </a:rPr>
              <a:t>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We can signal this between threads with Events</a:t>
            </a:r>
            <a:endParaRPr lang="da-DK" dirty="0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0416" y="3049517"/>
            <a:ext cx="4113265" cy="2454417"/>
          </a:xfrm>
          <a:prstGeom prst="rect">
            <a:avLst/>
          </a:prstGeom>
        </p:spPr>
      </p:pic>
      <p:sp>
        <p:nvSpPr>
          <p:cNvPr id="4" name="Right Arrow 3"/>
          <p:cNvSpPr/>
          <p:nvPr/>
        </p:nvSpPr>
        <p:spPr>
          <a:xfrm>
            <a:off x="2615291" y="3135086"/>
            <a:ext cx="903514" cy="23948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5" name="TextBox 4"/>
          <p:cNvSpPr txBox="1"/>
          <p:nvPr/>
        </p:nvSpPr>
        <p:spPr>
          <a:xfrm>
            <a:off x="2242457" y="2488144"/>
            <a:ext cx="1807030" cy="402772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rmAutofit/>
          </a:bodyPr>
          <a:lstStyle/>
          <a:p>
            <a:r>
              <a:rPr lang="en-US" dirty="0" err="1">
                <a:latin typeface="Gill Sans MT" panose="020B0502020104020203" pitchFamily="34" charset="0"/>
              </a:rPr>
              <a:t>DataReadyEvent</a:t>
            </a:r>
            <a:endParaRPr lang="da-DK" dirty="0">
              <a:latin typeface="Gill Sans MT" panose="020B05020201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5719219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Producer - Consumer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19900" y="1311965"/>
            <a:ext cx="4533900" cy="4864998"/>
          </a:xfrm>
        </p:spPr>
        <p:txBody>
          <a:bodyPr/>
          <a:lstStyle/>
          <a:p>
            <a:pPr marL="0" indent="0">
              <a:buNone/>
            </a:pPr>
            <a:r>
              <a:rPr lang="da-DK" dirty="0">
                <a:solidFill>
                  <a:schemeClr val="bg1">
                    <a:lumMod val="85000"/>
                  </a:schemeClr>
                </a:solidFill>
              </a:rPr>
              <a:t>The Consumer </a:t>
            </a:r>
            <a:r>
              <a:rPr lang="da-DK" dirty="0" err="1">
                <a:solidFill>
                  <a:schemeClr val="bg1">
                    <a:lumMod val="85000"/>
                  </a:schemeClr>
                </a:solidFill>
              </a:rPr>
              <a:t>would</a:t>
            </a:r>
            <a:r>
              <a:rPr lang="da-DK" dirty="0">
                <a:solidFill>
                  <a:schemeClr val="bg1">
                    <a:lumMod val="85000"/>
                  </a:schemeClr>
                </a:solidFill>
              </a:rPr>
              <a:t> like to </a:t>
            </a:r>
            <a:r>
              <a:rPr lang="da-DK" dirty="0" err="1">
                <a:solidFill>
                  <a:schemeClr val="bg1">
                    <a:lumMod val="85000"/>
                  </a:schemeClr>
                </a:solidFill>
              </a:rPr>
              <a:t>know</a:t>
            </a:r>
            <a:r>
              <a:rPr lang="da-DK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da-DK" dirty="0" err="1">
                <a:solidFill>
                  <a:schemeClr val="bg1">
                    <a:lumMod val="85000"/>
                  </a:schemeClr>
                </a:solidFill>
              </a:rPr>
              <a:t>when</a:t>
            </a:r>
            <a:r>
              <a:rPr lang="da-DK" dirty="0">
                <a:solidFill>
                  <a:schemeClr val="bg1">
                    <a:lumMod val="85000"/>
                  </a:schemeClr>
                </a:solidFill>
              </a:rPr>
              <a:t> new data is </a:t>
            </a:r>
            <a:r>
              <a:rPr lang="da-DK" dirty="0" err="1">
                <a:solidFill>
                  <a:schemeClr val="bg1">
                    <a:lumMod val="85000"/>
                  </a:schemeClr>
                </a:solidFill>
              </a:rPr>
              <a:t>available</a:t>
            </a:r>
            <a:r>
              <a:rPr lang="da-DK" dirty="0">
                <a:solidFill>
                  <a:schemeClr val="bg1">
                    <a:lumMod val="85000"/>
                  </a:schemeClr>
                </a:solidFill>
              </a:rPr>
              <a:t>.</a:t>
            </a:r>
          </a:p>
          <a:p>
            <a:pPr marL="0" indent="0">
              <a:buNone/>
            </a:pPr>
            <a:endParaRPr lang="da-DK" dirty="0"/>
          </a:p>
          <a:p>
            <a:pPr marL="0" indent="0">
              <a:buNone/>
            </a:pPr>
            <a:r>
              <a:rPr lang="da-DK" dirty="0"/>
              <a:t>The Producer </a:t>
            </a:r>
            <a:r>
              <a:rPr lang="da-DK" dirty="0" err="1"/>
              <a:t>would</a:t>
            </a:r>
            <a:r>
              <a:rPr lang="da-DK" dirty="0"/>
              <a:t> like to know, if the data has </a:t>
            </a:r>
            <a:r>
              <a:rPr lang="da-DK" dirty="0" err="1"/>
              <a:t>been</a:t>
            </a:r>
            <a:r>
              <a:rPr lang="da-DK" dirty="0"/>
              <a:t> </a:t>
            </a:r>
            <a:r>
              <a:rPr lang="da-DK" dirty="0" err="1"/>
              <a:t>consumed</a:t>
            </a:r>
            <a:r>
              <a:rPr lang="da-DK" dirty="0"/>
              <a:t>, so it </a:t>
            </a:r>
            <a:r>
              <a:rPr lang="da-DK" dirty="0" err="1"/>
              <a:t>can</a:t>
            </a:r>
            <a:r>
              <a:rPr lang="da-DK" dirty="0"/>
              <a:t> provide a new </a:t>
            </a:r>
            <a:r>
              <a:rPr lang="da-DK" dirty="0" err="1"/>
              <a:t>value</a:t>
            </a:r>
            <a:r>
              <a:rPr lang="da-DK" dirty="0"/>
              <a:t>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We can signal this between threads with Events</a:t>
            </a:r>
            <a:endParaRPr lang="da-DK" dirty="0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0416" y="3049517"/>
            <a:ext cx="4113265" cy="2454417"/>
          </a:xfrm>
          <a:prstGeom prst="rect">
            <a:avLst/>
          </a:prstGeom>
        </p:spPr>
      </p:pic>
      <p:sp>
        <p:nvSpPr>
          <p:cNvPr id="4" name="Right Arrow 3"/>
          <p:cNvSpPr/>
          <p:nvPr/>
        </p:nvSpPr>
        <p:spPr>
          <a:xfrm rot="10800000">
            <a:off x="2615291" y="3135086"/>
            <a:ext cx="903514" cy="23948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5" name="TextBox 4"/>
          <p:cNvSpPr txBox="1"/>
          <p:nvPr/>
        </p:nvSpPr>
        <p:spPr>
          <a:xfrm>
            <a:off x="2242457" y="2488144"/>
            <a:ext cx="2209800" cy="402772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rmAutofit/>
          </a:bodyPr>
          <a:lstStyle/>
          <a:p>
            <a:r>
              <a:rPr lang="en-US" dirty="0" err="1">
                <a:latin typeface="Gill Sans MT" panose="020B0502020104020203" pitchFamily="34" charset="0"/>
              </a:rPr>
              <a:t>DataConsumedEvent</a:t>
            </a:r>
            <a:endParaRPr lang="da-DK" dirty="0">
              <a:latin typeface="Gill Sans MT" panose="020B05020201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84697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Queues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531768" y="1311965"/>
            <a:ext cx="3822032" cy="4864998"/>
          </a:xfrm>
        </p:spPr>
        <p:txBody>
          <a:bodyPr/>
          <a:lstStyle/>
          <a:p>
            <a:pPr marL="0" indent="0">
              <a:buNone/>
            </a:pPr>
            <a:r>
              <a:rPr lang="da-DK" dirty="0"/>
              <a:t>But </a:t>
            </a:r>
            <a:r>
              <a:rPr lang="da-DK" dirty="0" err="1"/>
              <a:t>now</a:t>
            </a:r>
            <a:r>
              <a:rPr lang="da-DK" dirty="0"/>
              <a:t>, the producer and </a:t>
            </a:r>
            <a:r>
              <a:rPr lang="da-DK" dirty="0" err="1"/>
              <a:t>consumer</a:t>
            </a:r>
            <a:r>
              <a:rPr lang="da-DK" dirty="0"/>
              <a:t> runs in </a:t>
            </a:r>
            <a:r>
              <a:rPr lang="da-DK" dirty="0" err="1"/>
              <a:t>lock</a:t>
            </a:r>
            <a:r>
              <a:rPr lang="da-DK" dirty="0"/>
              <a:t>-step.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704472"/>
            <a:ext cx="6020715" cy="37378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348635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Queues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531768" y="1311965"/>
            <a:ext cx="3822032" cy="4864998"/>
          </a:xfrm>
        </p:spPr>
        <p:txBody>
          <a:bodyPr/>
          <a:lstStyle/>
          <a:p>
            <a:pPr marL="0" indent="0">
              <a:buNone/>
            </a:pPr>
            <a:r>
              <a:rPr lang="da-DK" dirty="0">
                <a:solidFill>
                  <a:schemeClr val="bg1">
                    <a:lumMod val="85000"/>
                  </a:schemeClr>
                </a:solidFill>
              </a:rPr>
              <a:t>But </a:t>
            </a:r>
            <a:r>
              <a:rPr lang="da-DK" dirty="0" err="1">
                <a:solidFill>
                  <a:schemeClr val="bg1">
                    <a:lumMod val="85000"/>
                  </a:schemeClr>
                </a:solidFill>
              </a:rPr>
              <a:t>now</a:t>
            </a:r>
            <a:r>
              <a:rPr lang="da-DK" dirty="0">
                <a:solidFill>
                  <a:schemeClr val="bg1">
                    <a:lumMod val="85000"/>
                  </a:schemeClr>
                </a:solidFill>
              </a:rPr>
              <a:t>, the producer and </a:t>
            </a:r>
            <a:r>
              <a:rPr lang="da-DK" dirty="0" err="1">
                <a:solidFill>
                  <a:schemeClr val="bg1">
                    <a:lumMod val="85000"/>
                  </a:schemeClr>
                </a:solidFill>
              </a:rPr>
              <a:t>consumer</a:t>
            </a:r>
            <a:r>
              <a:rPr lang="da-DK" dirty="0">
                <a:solidFill>
                  <a:schemeClr val="bg1">
                    <a:lumMod val="85000"/>
                  </a:schemeClr>
                </a:solidFill>
              </a:rPr>
              <a:t> runs in </a:t>
            </a:r>
            <a:r>
              <a:rPr lang="da-DK" dirty="0" err="1">
                <a:solidFill>
                  <a:schemeClr val="bg1">
                    <a:lumMod val="85000"/>
                  </a:schemeClr>
                </a:solidFill>
              </a:rPr>
              <a:t>lock</a:t>
            </a:r>
            <a:r>
              <a:rPr lang="da-DK" dirty="0">
                <a:solidFill>
                  <a:schemeClr val="bg1">
                    <a:lumMod val="85000"/>
                  </a:schemeClr>
                </a:solidFill>
              </a:rPr>
              <a:t>-step.</a:t>
            </a:r>
          </a:p>
          <a:p>
            <a:pPr marL="0" indent="0">
              <a:buNone/>
            </a:pPr>
            <a:endParaRPr lang="da-DK" dirty="0"/>
          </a:p>
          <a:p>
            <a:pPr marL="0" indent="0">
              <a:buNone/>
            </a:pPr>
            <a:r>
              <a:rPr lang="da-DK" dirty="0"/>
              <a:t>To </a:t>
            </a:r>
            <a:r>
              <a:rPr lang="da-DK" dirty="0" err="1"/>
              <a:t>overcome</a:t>
            </a:r>
            <a:r>
              <a:rPr lang="da-DK" dirty="0"/>
              <a:t> </a:t>
            </a:r>
            <a:r>
              <a:rPr lang="da-DK" dirty="0" err="1"/>
              <a:t>this</a:t>
            </a:r>
            <a:r>
              <a:rPr lang="da-DK" dirty="0"/>
              <a:t> </a:t>
            </a:r>
            <a:r>
              <a:rPr lang="da-DK" dirty="0" err="1"/>
              <a:t>we</a:t>
            </a:r>
            <a:r>
              <a:rPr lang="da-DK" dirty="0"/>
              <a:t> </a:t>
            </a:r>
            <a:r>
              <a:rPr lang="da-DK" dirty="0" err="1"/>
              <a:t>can</a:t>
            </a:r>
            <a:r>
              <a:rPr lang="da-DK" dirty="0"/>
              <a:t> </a:t>
            </a:r>
            <a:r>
              <a:rPr lang="da-DK" dirty="0" err="1"/>
              <a:t>introduce</a:t>
            </a:r>
            <a:r>
              <a:rPr lang="da-DK" dirty="0"/>
              <a:t> a </a:t>
            </a:r>
            <a:r>
              <a:rPr lang="da-DK" dirty="0" err="1"/>
              <a:t>queue</a:t>
            </a:r>
            <a:r>
              <a:rPr lang="da-DK" dirty="0"/>
              <a:t>.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704472"/>
            <a:ext cx="5949041" cy="37371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956590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297ACF-7582-1EBB-5772-235202F9E4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67F586-1A84-24BE-7C4D-6133D4C9BB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Queues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633995-C6AB-C4B4-D61E-8C27A80F03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31768" y="1311965"/>
            <a:ext cx="3822032" cy="4864998"/>
          </a:xfrm>
        </p:spPr>
        <p:txBody>
          <a:bodyPr/>
          <a:lstStyle/>
          <a:p>
            <a:pPr marL="0" indent="0">
              <a:buNone/>
            </a:pPr>
            <a:r>
              <a:rPr lang="da-DK" dirty="0">
                <a:solidFill>
                  <a:schemeClr val="bg1">
                    <a:lumMod val="85000"/>
                  </a:schemeClr>
                </a:solidFill>
              </a:rPr>
              <a:t>But </a:t>
            </a:r>
            <a:r>
              <a:rPr lang="da-DK" dirty="0" err="1">
                <a:solidFill>
                  <a:schemeClr val="bg1">
                    <a:lumMod val="85000"/>
                  </a:schemeClr>
                </a:solidFill>
              </a:rPr>
              <a:t>now</a:t>
            </a:r>
            <a:r>
              <a:rPr lang="da-DK" dirty="0">
                <a:solidFill>
                  <a:schemeClr val="bg1">
                    <a:lumMod val="85000"/>
                  </a:schemeClr>
                </a:solidFill>
              </a:rPr>
              <a:t>, the producer and </a:t>
            </a:r>
            <a:r>
              <a:rPr lang="da-DK" dirty="0" err="1">
                <a:solidFill>
                  <a:schemeClr val="bg1">
                    <a:lumMod val="85000"/>
                  </a:schemeClr>
                </a:solidFill>
              </a:rPr>
              <a:t>consumer</a:t>
            </a:r>
            <a:r>
              <a:rPr lang="da-DK" dirty="0">
                <a:solidFill>
                  <a:schemeClr val="bg1">
                    <a:lumMod val="85000"/>
                  </a:schemeClr>
                </a:solidFill>
              </a:rPr>
              <a:t> runs in </a:t>
            </a:r>
            <a:r>
              <a:rPr lang="da-DK" dirty="0" err="1">
                <a:solidFill>
                  <a:schemeClr val="bg1">
                    <a:lumMod val="85000"/>
                  </a:schemeClr>
                </a:solidFill>
              </a:rPr>
              <a:t>lock</a:t>
            </a:r>
            <a:r>
              <a:rPr lang="da-DK" dirty="0">
                <a:solidFill>
                  <a:schemeClr val="bg1">
                    <a:lumMod val="85000"/>
                  </a:schemeClr>
                </a:solidFill>
              </a:rPr>
              <a:t>-step.</a:t>
            </a:r>
          </a:p>
          <a:p>
            <a:pPr marL="0" indent="0">
              <a:buNone/>
            </a:pPr>
            <a:endParaRPr lang="da-DK" dirty="0"/>
          </a:p>
          <a:p>
            <a:pPr marL="0" indent="0">
              <a:buNone/>
            </a:pPr>
            <a:r>
              <a:rPr lang="da-DK" dirty="0">
                <a:solidFill>
                  <a:schemeClr val="bg1">
                    <a:lumMod val="85000"/>
                  </a:schemeClr>
                </a:solidFill>
              </a:rPr>
              <a:t>To </a:t>
            </a:r>
            <a:r>
              <a:rPr lang="da-DK" dirty="0" err="1">
                <a:solidFill>
                  <a:schemeClr val="bg1">
                    <a:lumMod val="85000"/>
                  </a:schemeClr>
                </a:solidFill>
              </a:rPr>
              <a:t>overcome</a:t>
            </a:r>
            <a:r>
              <a:rPr lang="da-DK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da-DK" dirty="0" err="1">
                <a:solidFill>
                  <a:schemeClr val="bg1">
                    <a:lumMod val="85000"/>
                  </a:schemeClr>
                </a:solidFill>
              </a:rPr>
              <a:t>this</a:t>
            </a:r>
            <a:r>
              <a:rPr lang="da-DK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da-DK" dirty="0" err="1">
                <a:solidFill>
                  <a:schemeClr val="bg1">
                    <a:lumMod val="85000"/>
                  </a:schemeClr>
                </a:solidFill>
              </a:rPr>
              <a:t>we</a:t>
            </a:r>
            <a:r>
              <a:rPr lang="da-DK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da-DK" dirty="0" err="1">
                <a:solidFill>
                  <a:schemeClr val="bg1">
                    <a:lumMod val="85000"/>
                  </a:schemeClr>
                </a:solidFill>
              </a:rPr>
              <a:t>can</a:t>
            </a:r>
            <a:r>
              <a:rPr lang="da-DK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da-DK" dirty="0" err="1">
                <a:solidFill>
                  <a:schemeClr val="bg1">
                    <a:lumMod val="85000"/>
                  </a:schemeClr>
                </a:solidFill>
              </a:rPr>
              <a:t>introduce</a:t>
            </a:r>
            <a:r>
              <a:rPr lang="da-DK" dirty="0">
                <a:solidFill>
                  <a:schemeClr val="bg1">
                    <a:lumMod val="85000"/>
                  </a:schemeClr>
                </a:solidFill>
              </a:rPr>
              <a:t> a </a:t>
            </a:r>
            <a:r>
              <a:rPr lang="da-DK" dirty="0" err="1">
                <a:solidFill>
                  <a:schemeClr val="bg1">
                    <a:lumMod val="85000"/>
                  </a:schemeClr>
                </a:solidFill>
              </a:rPr>
              <a:t>queue</a:t>
            </a:r>
            <a:r>
              <a:rPr lang="da-DK" dirty="0">
                <a:solidFill>
                  <a:schemeClr val="bg1">
                    <a:lumMod val="85000"/>
                  </a:schemeClr>
                </a:solidFill>
              </a:rPr>
              <a:t>.</a:t>
            </a:r>
          </a:p>
          <a:p>
            <a:pPr marL="0" indent="0">
              <a:buNone/>
            </a:pPr>
            <a:endParaRPr lang="da-DK" dirty="0"/>
          </a:p>
          <a:p>
            <a:pPr marL="0" indent="0">
              <a:buNone/>
            </a:pPr>
            <a:r>
              <a:rPr lang="da-DK" dirty="0" err="1"/>
              <a:t>Question</a:t>
            </a:r>
            <a:r>
              <a:rPr lang="da-DK" dirty="0"/>
              <a:t> </a:t>
            </a:r>
            <a:r>
              <a:rPr lang="da-DK" dirty="0" err="1"/>
              <a:t>then</a:t>
            </a:r>
            <a:r>
              <a:rPr lang="da-DK" dirty="0"/>
              <a:t> – </a:t>
            </a:r>
            <a:r>
              <a:rPr lang="da-DK" dirty="0" err="1"/>
              <a:t>which</a:t>
            </a:r>
            <a:r>
              <a:rPr lang="da-DK" dirty="0"/>
              <a:t> </a:t>
            </a:r>
            <a:r>
              <a:rPr lang="da-DK" dirty="0" err="1"/>
              <a:t>queue</a:t>
            </a:r>
            <a:r>
              <a:rPr lang="da-DK" dirty="0"/>
              <a:t> to </a:t>
            </a:r>
            <a:r>
              <a:rPr lang="da-DK" dirty="0" err="1"/>
              <a:t>use</a:t>
            </a:r>
            <a:r>
              <a:rPr lang="da-DK" dirty="0"/>
              <a:t>?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55C532C-010B-C379-FE52-818360FC27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704472"/>
            <a:ext cx="5949041" cy="37371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300977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Queues and </a:t>
            </a:r>
            <a:r>
              <a:rPr lang="da-DK" dirty="0" err="1"/>
              <a:t>BlockingCollection</a:t>
            </a:r>
            <a:endParaRPr lang="da-DK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1359133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433E316B-8450-4B45-263A-8B05C55A1AF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69759" y="537600"/>
            <a:ext cx="7894637" cy="55854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5199819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.Net </a:t>
            </a:r>
            <a:r>
              <a:rPr lang="da-DK" dirty="0" err="1"/>
              <a:t>System.Collections.Concurrent</a:t>
            </a:r>
            <a:endParaRPr lang="da-DK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a-DK" dirty="0"/>
              <a:t>Access to the </a:t>
            </a:r>
            <a:r>
              <a:rPr lang="da-DK" dirty="0" err="1"/>
              <a:t>queue</a:t>
            </a:r>
            <a:r>
              <a:rPr lang="da-DK" dirty="0"/>
              <a:t> must </a:t>
            </a:r>
            <a:r>
              <a:rPr lang="da-DK" dirty="0" err="1"/>
              <a:t>be</a:t>
            </a:r>
            <a:r>
              <a:rPr lang="da-DK" dirty="0"/>
              <a:t> </a:t>
            </a:r>
            <a:r>
              <a:rPr lang="da-DK" dirty="0" err="1"/>
              <a:t>thread</a:t>
            </a:r>
            <a:r>
              <a:rPr lang="da-DK" dirty="0"/>
              <a:t> </a:t>
            </a:r>
            <a:r>
              <a:rPr lang="da-DK" dirty="0" err="1"/>
              <a:t>safe</a:t>
            </a:r>
            <a:r>
              <a:rPr lang="da-DK" dirty="0"/>
              <a:t>. </a:t>
            </a:r>
          </a:p>
          <a:p>
            <a:pPr marL="0" indent="0">
              <a:buNone/>
            </a:pPr>
            <a:r>
              <a:rPr lang="da-DK" dirty="0" err="1"/>
              <a:t>We</a:t>
            </a:r>
            <a:r>
              <a:rPr lang="da-DK" dirty="0"/>
              <a:t> </a:t>
            </a:r>
            <a:r>
              <a:rPr lang="da-DK" dirty="0" err="1"/>
              <a:t>can</a:t>
            </a:r>
            <a:r>
              <a:rPr lang="da-DK" dirty="0"/>
              <a:t> do </a:t>
            </a:r>
            <a:r>
              <a:rPr lang="da-DK" dirty="0" err="1"/>
              <a:t>this</a:t>
            </a:r>
            <a:r>
              <a:rPr lang="da-DK" dirty="0"/>
              <a:t> with </a:t>
            </a:r>
            <a:r>
              <a:rPr lang="da-DK" b="1" dirty="0" err="1"/>
              <a:t>locks</a:t>
            </a:r>
            <a:r>
              <a:rPr lang="da-DK" dirty="0"/>
              <a:t>, but...</a:t>
            </a:r>
          </a:p>
          <a:p>
            <a:pPr marL="0" indent="0">
              <a:buNone/>
            </a:pPr>
            <a:endParaRPr lang="da-DK" dirty="0"/>
          </a:p>
          <a:p>
            <a:pPr marL="457200" lvl="1" indent="0">
              <a:buNone/>
            </a:pP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50210478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C4F40F-86BA-B1D0-F54D-FB95B2B78E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13D82-6A34-EAB0-D16A-9A223ED4C0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.Net </a:t>
            </a:r>
            <a:r>
              <a:rPr lang="da-DK" dirty="0" err="1"/>
              <a:t>System.Collections.Concurrent</a:t>
            </a:r>
            <a:endParaRPr lang="da-DK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D89823-1053-8B5F-A4CD-4655545594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a-DK" dirty="0">
                <a:solidFill>
                  <a:schemeClr val="bg1">
                    <a:lumMod val="85000"/>
                  </a:schemeClr>
                </a:solidFill>
              </a:rPr>
              <a:t>Access to the </a:t>
            </a:r>
            <a:r>
              <a:rPr lang="da-DK" dirty="0" err="1">
                <a:solidFill>
                  <a:schemeClr val="bg1">
                    <a:lumMod val="85000"/>
                  </a:schemeClr>
                </a:solidFill>
              </a:rPr>
              <a:t>queue</a:t>
            </a:r>
            <a:r>
              <a:rPr lang="da-DK" dirty="0">
                <a:solidFill>
                  <a:schemeClr val="bg1">
                    <a:lumMod val="85000"/>
                  </a:schemeClr>
                </a:solidFill>
              </a:rPr>
              <a:t> must </a:t>
            </a:r>
            <a:r>
              <a:rPr lang="da-DK" dirty="0" err="1">
                <a:solidFill>
                  <a:schemeClr val="bg1">
                    <a:lumMod val="85000"/>
                  </a:schemeClr>
                </a:solidFill>
              </a:rPr>
              <a:t>be</a:t>
            </a:r>
            <a:r>
              <a:rPr lang="da-DK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da-DK" dirty="0" err="1">
                <a:solidFill>
                  <a:schemeClr val="bg1">
                    <a:lumMod val="85000"/>
                  </a:schemeClr>
                </a:solidFill>
              </a:rPr>
              <a:t>thread</a:t>
            </a:r>
            <a:r>
              <a:rPr lang="da-DK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da-DK" dirty="0" err="1">
                <a:solidFill>
                  <a:schemeClr val="bg1">
                    <a:lumMod val="85000"/>
                  </a:schemeClr>
                </a:solidFill>
              </a:rPr>
              <a:t>safe</a:t>
            </a:r>
            <a:r>
              <a:rPr lang="da-DK" dirty="0">
                <a:solidFill>
                  <a:schemeClr val="bg1">
                    <a:lumMod val="85000"/>
                  </a:schemeClr>
                </a:solidFill>
              </a:rPr>
              <a:t>. </a:t>
            </a:r>
          </a:p>
          <a:p>
            <a:pPr marL="0" indent="0">
              <a:buNone/>
            </a:pPr>
            <a:r>
              <a:rPr lang="da-DK" dirty="0" err="1">
                <a:solidFill>
                  <a:schemeClr val="bg1">
                    <a:lumMod val="85000"/>
                  </a:schemeClr>
                </a:solidFill>
              </a:rPr>
              <a:t>We</a:t>
            </a:r>
            <a:r>
              <a:rPr lang="da-DK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da-DK" dirty="0" err="1">
                <a:solidFill>
                  <a:schemeClr val="bg1">
                    <a:lumMod val="85000"/>
                  </a:schemeClr>
                </a:solidFill>
              </a:rPr>
              <a:t>can</a:t>
            </a:r>
            <a:r>
              <a:rPr lang="da-DK" dirty="0">
                <a:solidFill>
                  <a:schemeClr val="bg1">
                    <a:lumMod val="85000"/>
                  </a:schemeClr>
                </a:solidFill>
              </a:rPr>
              <a:t> do </a:t>
            </a:r>
            <a:r>
              <a:rPr lang="da-DK" dirty="0" err="1">
                <a:solidFill>
                  <a:schemeClr val="bg1">
                    <a:lumMod val="85000"/>
                  </a:schemeClr>
                </a:solidFill>
              </a:rPr>
              <a:t>this</a:t>
            </a:r>
            <a:r>
              <a:rPr lang="da-DK" dirty="0">
                <a:solidFill>
                  <a:schemeClr val="bg1">
                    <a:lumMod val="85000"/>
                  </a:schemeClr>
                </a:solidFill>
              </a:rPr>
              <a:t> with </a:t>
            </a:r>
            <a:r>
              <a:rPr lang="da-DK" b="1" dirty="0" err="1">
                <a:solidFill>
                  <a:schemeClr val="bg1">
                    <a:lumMod val="85000"/>
                  </a:schemeClr>
                </a:solidFill>
              </a:rPr>
              <a:t>locks</a:t>
            </a:r>
            <a:r>
              <a:rPr lang="da-DK" dirty="0">
                <a:solidFill>
                  <a:schemeClr val="bg1">
                    <a:lumMod val="85000"/>
                  </a:schemeClr>
                </a:solidFill>
              </a:rPr>
              <a:t>, but...</a:t>
            </a:r>
          </a:p>
          <a:p>
            <a:pPr marL="0" indent="0">
              <a:buNone/>
            </a:pPr>
            <a:endParaRPr lang="da-DK" dirty="0"/>
          </a:p>
          <a:p>
            <a:pPr marL="0" indent="0">
              <a:buNone/>
            </a:pPr>
            <a:r>
              <a:rPr lang="da-DK" dirty="0"/>
              <a:t>.Net has </a:t>
            </a:r>
            <a:r>
              <a:rPr lang="da-DK" dirty="0" err="1"/>
              <a:t>built</a:t>
            </a:r>
            <a:r>
              <a:rPr lang="da-DK" dirty="0"/>
              <a:t> in </a:t>
            </a:r>
            <a:r>
              <a:rPr lang="da-DK" dirty="0" err="1"/>
              <a:t>thread</a:t>
            </a:r>
            <a:r>
              <a:rPr lang="da-DK" dirty="0"/>
              <a:t> </a:t>
            </a:r>
            <a:r>
              <a:rPr lang="da-DK" dirty="0" err="1"/>
              <a:t>safe</a:t>
            </a:r>
            <a:r>
              <a:rPr lang="da-DK" dirty="0"/>
              <a:t> </a:t>
            </a:r>
            <a:r>
              <a:rPr lang="da-DK" dirty="0" err="1"/>
              <a:t>collections</a:t>
            </a:r>
            <a:r>
              <a:rPr lang="da-DK" dirty="0"/>
              <a:t>:</a:t>
            </a:r>
          </a:p>
          <a:p>
            <a:pPr marL="457200" lvl="1" indent="0">
              <a:buNone/>
            </a:pPr>
            <a:r>
              <a:rPr lang="da-DK" dirty="0" err="1"/>
              <a:t>ConcurrentQueue</a:t>
            </a:r>
            <a:r>
              <a:rPr lang="da-DK" dirty="0"/>
              <a:t>&lt;T&gt;</a:t>
            </a:r>
          </a:p>
          <a:p>
            <a:pPr marL="457200" lvl="1" indent="0">
              <a:buNone/>
            </a:pPr>
            <a:r>
              <a:rPr lang="da-DK" dirty="0" err="1"/>
              <a:t>ConcurrentStack</a:t>
            </a:r>
            <a:r>
              <a:rPr lang="da-DK" dirty="0"/>
              <a:t>&lt;T&gt;</a:t>
            </a:r>
          </a:p>
          <a:p>
            <a:pPr marL="457200" lvl="1" indent="0">
              <a:buNone/>
            </a:pPr>
            <a:r>
              <a:rPr lang="da-DK" dirty="0" err="1"/>
              <a:t>ConcurrentBag</a:t>
            </a:r>
            <a:r>
              <a:rPr lang="da-DK" dirty="0"/>
              <a:t>&lt;T&gt;</a:t>
            </a:r>
          </a:p>
          <a:p>
            <a:pPr marL="457200" lvl="1" indent="0">
              <a:buNone/>
            </a:pPr>
            <a:endParaRPr lang="da-DK" dirty="0"/>
          </a:p>
          <a:p>
            <a:pPr marL="457200" lvl="1" indent="0">
              <a:buNone/>
            </a:pP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47819061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BD8A98-55C3-6446-343F-57E12C52F7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CBD47A-8738-8E44-258B-B4CB165A3B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.Net </a:t>
            </a:r>
            <a:r>
              <a:rPr lang="da-DK" dirty="0" err="1"/>
              <a:t>System.Collections.Concurrent</a:t>
            </a:r>
            <a:endParaRPr lang="da-DK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9EB1E5-584D-2ADE-9B05-963A4D6AD7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a-DK" dirty="0">
                <a:solidFill>
                  <a:schemeClr val="bg1">
                    <a:lumMod val="85000"/>
                  </a:schemeClr>
                </a:solidFill>
              </a:rPr>
              <a:t>Access to the </a:t>
            </a:r>
            <a:r>
              <a:rPr lang="da-DK" dirty="0" err="1">
                <a:solidFill>
                  <a:schemeClr val="bg1">
                    <a:lumMod val="85000"/>
                  </a:schemeClr>
                </a:solidFill>
              </a:rPr>
              <a:t>queue</a:t>
            </a:r>
            <a:r>
              <a:rPr lang="da-DK" dirty="0">
                <a:solidFill>
                  <a:schemeClr val="bg1">
                    <a:lumMod val="85000"/>
                  </a:schemeClr>
                </a:solidFill>
              </a:rPr>
              <a:t> must </a:t>
            </a:r>
            <a:r>
              <a:rPr lang="da-DK" dirty="0" err="1">
                <a:solidFill>
                  <a:schemeClr val="bg1">
                    <a:lumMod val="85000"/>
                  </a:schemeClr>
                </a:solidFill>
              </a:rPr>
              <a:t>be</a:t>
            </a:r>
            <a:r>
              <a:rPr lang="da-DK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da-DK" dirty="0" err="1">
                <a:solidFill>
                  <a:schemeClr val="bg1">
                    <a:lumMod val="85000"/>
                  </a:schemeClr>
                </a:solidFill>
              </a:rPr>
              <a:t>thread</a:t>
            </a:r>
            <a:r>
              <a:rPr lang="da-DK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da-DK" dirty="0" err="1">
                <a:solidFill>
                  <a:schemeClr val="bg1">
                    <a:lumMod val="85000"/>
                  </a:schemeClr>
                </a:solidFill>
              </a:rPr>
              <a:t>safe</a:t>
            </a:r>
            <a:r>
              <a:rPr lang="da-DK" dirty="0">
                <a:solidFill>
                  <a:schemeClr val="bg1">
                    <a:lumMod val="85000"/>
                  </a:schemeClr>
                </a:solidFill>
              </a:rPr>
              <a:t>. </a:t>
            </a:r>
          </a:p>
          <a:p>
            <a:pPr marL="0" indent="0">
              <a:buNone/>
            </a:pPr>
            <a:r>
              <a:rPr lang="da-DK" dirty="0" err="1">
                <a:solidFill>
                  <a:schemeClr val="bg1">
                    <a:lumMod val="85000"/>
                  </a:schemeClr>
                </a:solidFill>
              </a:rPr>
              <a:t>We</a:t>
            </a:r>
            <a:r>
              <a:rPr lang="da-DK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da-DK" dirty="0" err="1">
                <a:solidFill>
                  <a:schemeClr val="bg1">
                    <a:lumMod val="85000"/>
                  </a:schemeClr>
                </a:solidFill>
              </a:rPr>
              <a:t>can</a:t>
            </a:r>
            <a:r>
              <a:rPr lang="da-DK" dirty="0">
                <a:solidFill>
                  <a:schemeClr val="bg1">
                    <a:lumMod val="85000"/>
                  </a:schemeClr>
                </a:solidFill>
              </a:rPr>
              <a:t> do </a:t>
            </a:r>
            <a:r>
              <a:rPr lang="da-DK" dirty="0" err="1">
                <a:solidFill>
                  <a:schemeClr val="bg1">
                    <a:lumMod val="85000"/>
                  </a:schemeClr>
                </a:solidFill>
              </a:rPr>
              <a:t>this</a:t>
            </a:r>
            <a:r>
              <a:rPr lang="da-DK" dirty="0">
                <a:solidFill>
                  <a:schemeClr val="bg1">
                    <a:lumMod val="85000"/>
                  </a:schemeClr>
                </a:solidFill>
              </a:rPr>
              <a:t> with </a:t>
            </a:r>
            <a:r>
              <a:rPr lang="da-DK" b="1" dirty="0" err="1">
                <a:solidFill>
                  <a:schemeClr val="bg1">
                    <a:lumMod val="85000"/>
                  </a:schemeClr>
                </a:solidFill>
              </a:rPr>
              <a:t>locks</a:t>
            </a:r>
            <a:r>
              <a:rPr lang="da-DK" dirty="0">
                <a:solidFill>
                  <a:schemeClr val="bg1">
                    <a:lumMod val="85000"/>
                  </a:schemeClr>
                </a:solidFill>
              </a:rPr>
              <a:t>, but...</a:t>
            </a:r>
          </a:p>
          <a:p>
            <a:pPr marL="0" indent="0">
              <a:buNone/>
            </a:pPr>
            <a:endParaRPr lang="da-DK" dirty="0"/>
          </a:p>
          <a:p>
            <a:pPr marL="0" indent="0">
              <a:buNone/>
            </a:pPr>
            <a:r>
              <a:rPr lang="da-DK" dirty="0">
                <a:solidFill>
                  <a:schemeClr val="bg1">
                    <a:lumMod val="85000"/>
                  </a:schemeClr>
                </a:solidFill>
              </a:rPr>
              <a:t>.Net has </a:t>
            </a:r>
            <a:r>
              <a:rPr lang="da-DK" dirty="0" err="1">
                <a:solidFill>
                  <a:schemeClr val="bg1">
                    <a:lumMod val="85000"/>
                  </a:schemeClr>
                </a:solidFill>
              </a:rPr>
              <a:t>built</a:t>
            </a:r>
            <a:r>
              <a:rPr lang="da-DK" dirty="0">
                <a:solidFill>
                  <a:schemeClr val="bg1">
                    <a:lumMod val="85000"/>
                  </a:schemeClr>
                </a:solidFill>
              </a:rPr>
              <a:t> in </a:t>
            </a:r>
            <a:r>
              <a:rPr lang="da-DK" dirty="0" err="1">
                <a:solidFill>
                  <a:schemeClr val="bg1">
                    <a:lumMod val="85000"/>
                  </a:schemeClr>
                </a:solidFill>
              </a:rPr>
              <a:t>thread</a:t>
            </a:r>
            <a:r>
              <a:rPr lang="da-DK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da-DK" dirty="0" err="1">
                <a:solidFill>
                  <a:schemeClr val="bg1">
                    <a:lumMod val="85000"/>
                  </a:schemeClr>
                </a:solidFill>
              </a:rPr>
              <a:t>safe</a:t>
            </a:r>
            <a:r>
              <a:rPr lang="da-DK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da-DK" dirty="0" err="1">
                <a:solidFill>
                  <a:schemeClr val="bg1">
                    <a:lumMod val="85000"/>
                  </a:schemeClr>
                </a:solidFill>
              </a:rPr>
              <a:t>collections</a:t>
            </a:r>
            <a:r>
              <a:rPr lang="da-DK" dirty="0">
                <a:solidFill>
                  <a:schemeClr val="bg1">
                    <a:lumMod val="85000"/>
                  </a:schemeClr>
                </a:solidFill>
              </a:rPr>
              <a:t>:</a:t>
            </a:r>
          </a:p>
          <a:p>
            <a:pPr marL="457200" lvl="1" indent="0">
              <a:buNone/>
            </a:pPr>
            <a:r>
              <a:rPr lang="da-DK" dirty="0" err="1">
                <a:solidFill>
                  <a:schemeClr val="bg1">
                    <a:lumMod val="85000"/>
                  </a:schemeClr>
                </a:solidFill>
              </a:rPr>
              <a:t>ConcurrentQueue</a:t>
            </a:r>
            <a:r>
              <a:rPr lang="da-DK" dirty="0">
                <a:solidFill>
                  <a:schemeClr val="bg1">
                    <a:lumMod val="85000"/>
                  </a:schemeClr>
                </a:solidFill>
              </a:rPr>
              <a:t>&lt;T&gt;</a:t>
            </a:r>
          </a:p>
          <a:p>
            <a:pPr marL="457200" lvl="1" indent="0">
              <a:buNone/>
            </a:pPr>
            <a:r>
              <a:rPr lang="da-DK" dirty="0" err="1">
                <a:solidFill>
                  <a:schemeClr val="bg1">
                    <a:lumMod val="85000"/>
                  </a:schemeClr>
                </a:solidFill>
              </a:rPr>
              <a:t>ConcurrentStack</a:t>
            </a:r>
            <a:r>
              <a:rPr lang="da-DK" dirty="0">
                <a:solidFill>
                  <a:schemeClr val="bg1">
                    <a:lumMod val="85000"/>
                  </a:schemeClr>
                </a:solidFill>
              </a:rPr>
              <a:t>&lt;T&gt;</a:t>
            </a:r>
          </a:p>
          <a:p>
            <a:pPr marL="457200" lvl="1" indent="0">
              <a:buNone/>
            </a:pPr>
            <a:r>
              <a:rPr lang="da-DK" dirty="0" err="1">
                <a:solidFill>
                  <a:schemeClr val="bg1">
                    <a:lumMod val="85000"/>
                  </a:schemeClr>
                </a:solidFill>
              </a:rPr>
              <a:t>ConcurrentBag</a:t>
            </a:r>
            <a:r>
              <a:rPr lang="da-DK" dirty="0">
                <a:solidFill>
                  <a:schemeClr val="bg1">
                    <a:lumMod val="85000"/>
                  </a:schemeClr>
                </a:solidFill>
              </a:rPr>
              <a:t>&lt;T&gt;</a:t>
            </a:r>
          </a:p>
          <a:p>
            <a:pPr marL="457200" lvl="1" indent="0">
              <a:buNone/>
            </a:pPr>
            <a:endParaRPr lang="da-DK" dirty="0"/>
          </a:p>
          <a:p>
            <a:pPr marL="0" indent="0">
              <a:buNone/>
            </a:pPr>
            <a:r>
              <a:rPr lang="da-DK" dirty="0"/>
              <a:t>And </a:t>
            </a:r>
            <a:r>
              <a:rPr lang="da-DK" dirty="0" err="1"/>
              <a:t>BlockingCollection</a:t>
            </a:r>
            <a:r>
              <a:rPr lang="da-DK" dirty="0"/>
              <a:t>&lt;T&gt; </a:t>
            </a:r>
            <a:r>
              <a:rPr lang="da-DK" dirty="0" err="1"/>
              <a:t>which</a:t>
            </a:r>
            <a:r>
              <a:rPr lang="da-DK" dirty="0"/>
              <a:t> </a:t>
            </a:r>
            <a:r>
              <a:rPr lang="da-DK" dirty="0" err="1"/>
              <a:t>implements</a:t>
            </a:r>
            <a:r>
              <a:rPr lang="da-DK" dirty="0"/>
              <a:t> the Producer-Consumer pattern.</a:t>
            </a:r>
          </a:p>
          <a:p>
            <a:pPr marL="457200" lvl="1" indent="0">
              <a:buNone/>
            </a:pP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98956584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BlockingCollection</a:t>
            </a:r>
            <a:r>
              <a:rPr lang="da-DK" dirty="0"/>
              <a:t>&lt;T&gt;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8200" y="6392985"/>
            <a:ext cx="7766538" cy="226646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rmAutofit fontScale="62500" lnSpcReduction="20000"/>
          </a:bodyPr>
          <a:lstStyle/>
          <a:p>
            <a:r>
              <a:rPr lang="da-DK" dirty="0">
                <a:latin typeface="Gill Sans MT" panose="020B0502020104020203" pitchFamily="34" charset="0"/>
                <a:hlinkClick r:id="rId3"/>
              </a:rPr>
              <a:t>https://docs.microsoft.com/en-us/dotnet/standard/collections/thread-safe/blockingcollection-overview</a:t>
            </a:r>
            <a:endParaRPr lang="da-DK" dirty="0">
              <a:latin typeface="Gill Sans MT" panose="020B0502020104020203" pitchFamily="34" charset="0"/>
            </a:endParaRPr>
          </a:p>
        </p:txBody>
      </p:sp>
      <p:sp>
        <p:nvSpPr>
          <p:cNvPr id="5" name="Rectangle 1"/>
          <p:cNvSpPr>
            <a:spLocks noGrp="1" noChangeArrowheads="1"/>
          </p:cNvSpPr>
          <p:nvPr>
            <p:ph idx="1"/>
          </p:nvPr>
        </p:nvSpPr>
        <p:spPr bwMode="auto">
          <a:xfrm>
            <a:off x="838200" y="1235120"/>
            <a:ext cx="10705123" cy="489364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altLang="da-DK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A </a:t>
            </a:r>
            <a:r>
              <a:rPr kumimoji="0" lang="da-DK" altLang="da-DK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thread-safe</a:t>
            </a:r>
            <a:r>
              <a:rPr kumimoji="0" lang="da-DK" altLang="da-DK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da-DK" altLang="da-DK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collection</a:t>
            </a:r>
            <a:r>
              <a:rPr kumimoji="0" lang="da-DK" altLang="da-DK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class </a:t>
            </a:r>
            <a:r>
              <a:rPr kumimoji="0" lang="da-DK" altLang="da-DK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that</a:t>
            </a:r>
            <a:r>
              <a:rPr kumimoji="0" lang="da-DK" altLang="da-DK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provides the </a:t>
            </a:r>
            <a:r>
              <a:rPr kumimoji="0" lang="da-DK" altLang="da-DK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following</a:t>
            </a:r>
            <a:r>
              <a:rPr kumimoji="0" lang="da-DK" altLang="da-DK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features: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altLang="da-DK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da-DK" altLang="da-DK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da-DK" altLang="da-DK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lang="da-DK" altLang="da-DK" sz="2400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da-DK" altLang="da-DK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da-DK" altLang="da-DK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da-DK" altLang="da-DK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da-DK" altLang="da-DK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lang="da-DK" altLang="da-DK" sz="2400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lang="da-DK" altLang="da-DK" sz="2400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da-DK" altLang="da-DK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da-DK" altLang="da-DK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85515968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983D69-B432-483C-0196-FB8D61D9C7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C2FB88-5235-C195-EFA5-FA398F06B5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BlockingCollection</a:t>
            </a:r>
            <a:r>
              <a:rPr lang="da-DK" dirty="0"/>
              <a:t>&lt;T&gt;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02306DB-330D-3A9D-FBA5-85292C39AAF1}"/>
              </a:ext>
            </a:extLst>
          </p:cNvPr>
          <p:cNvSpPr txBox="1"/>
          <p:nvPr/>
        </p:nvSpPr>
        <p:spPr>
          <a:xfrm>
            <a:off x="838200" y="6392985"/>
            <a:ext cx="7766538" cy="226646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rmAutofit fontScale="62500" lnSpcReduction="20000"/>
          </a:bodyPr>
          <a:lstStyle/>
          <a:p>
            <a:r>
              <a:rPr lang="da-DK" dirty="0">
                <a:latin typeface="Gill Sans MT" panose="020B0502020104020203" pitchFamily="34" charset="0"/>
                <a:hlinkClick r:id="rId3"/>
              </a:rPr>
              <a:t>https://docs.microsoft.com/en-us/dotnet/standard/collections/thread-safe/blockingcollection-overview</a:t>
            </a:r>
            <a:endParaRPr lang="da-DK" dirty="0">
              <a:latin typeface="Gill Sans MT" panose="020B0502020104020203" pitchFamily="34" charset="0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2493132-9E0D-6154-EEE2-A15637B5BFB4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1235120"/>
            <a:ext cx="10705123" cy="489364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altLang="da-DK" sz="2400" b="0" i="0" u="none" strike="noStrike" cap="none" normalizeH="0" baseline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</a:rPr>
              <a:t>A </a:t>
            </a:r>
            <a:r>
              <a:rPr kumimoji="0" lang="da-DK" altLang="da-DK" sz="2400" b="0" i="0" u="none" strike="noStrike" cap="none" normalizeH="0" baseline="0" dirty="0" err="1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</a:rPr>
              <a:t>thread-safe</a:t>
            </a:r>
            <a:r>
              <a:rPr kumimoji="0" lang="da-DK" altLang="da-DK" sz="2400" b="0" i="0" u="none" strike="noStrike" cap="none" normalizeH="0" baseline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</a:rPr>
              <a:t> </a:t>
            </a:r>
            <a:r>
              <a:rPr kumimoji="0" lang="da-DK" altLang="da-DK" sz="2400" b="0" i="0" u="none" strike="noStrike" cap="none" normalizeH="0" baseline="0" dirty="0" err="1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</a:rPr>
              <a:t>collection</a:t>
            </a:r>
            <a:r>
              <a:rPr kumimoji="0" lang="da-DK" altLang="da-DK" sz="2400" b="0" i="0" u="none" strike="noStrike" cap="none" normalizeH="0" baseline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</a:rPr>
              <a:t> class </a:t>
            </a:r>
            <a:r>
              <a:rPr kumimoji="0" lang="da-DK" altLang="da-DK" sz="2400" b="0" i="0" u="none" strike="noStrike" cap="none" normalizeH="0" baseline="0" dirty="0" err="1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</a:rPr>
              <a:t>that</a:t>
            </a:r>
            <a:r>
              <a:rPr kumimoji="0" lang="da-DK" altLang="da-DK" sz="2400" b="0" i="0" u="none" strike="noStrike" cap="none" normalizeH="0" baseline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</a:rPr>
              <a:t> provides the </a:t>
            </a:r>
            <a:r>
              <a:rPr kumimoji="0" lang="da-DK" altLang="da-DK" sz="2400" b="0" i="0" u="none" strike="noStrike" cap="none" normalizeH="0" baseline="0" dirty="0" err="1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</a:rPr>
              <a:t>following</a:t>
            </a:r>
            <a:r>
              <a:rPr kumimoji="0" lang="da-DK" altLang="da-DK" sz="2400" b="0" i="0" u="none" strike="noStrike" cap="none" normalizeH="0" baseline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</a:rPr>
              <a:t> features: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altLang="da-DK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da-DK" altLang="da-DK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An </a:t>
            </a:r>
            <a:r>
              <a:rPr kumimoji="0" lang="da-DK" altLang="da-DK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implementation</a:t>
            </a:r>
            <a:r>
              <a:rPr kumimoji="0" lang="da-DK" altLang="da-DK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of the Producer-Consumer pattern.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da-DK" altLang="da-DK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lang="da-DK" altLang="da-DK" sz="2400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da-DK" altLang="da-DK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da-DK" altLang="da-DK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da-DK" altLang="da-DK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da-DK" altLang="da-DK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lang="da-DK" altLang="da-DK" sz="2400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lang="da-DK" altLang="da-DK" sz="2400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da-DK" altLang="da-DK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da-DK" altLang="da-DK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30007663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72C7FA-054C-0341-3778-CAC9DB548F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170249-4E1A-781B-EDBD-F665559F11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BlockingCollection</a:t>
            </a:r>
            <a:r>
              <a:rPr lang="da-DK" dirty="0"/>
              <a:t>&lt;T&gt;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2D20D33-E281-1DC5-675B-26340906ACE1}"/>
              </a:ext>
            </a:extLst>
          </p:cNvPr>
          <p:cNvSpPr txBox="1"/>
          <p:nvPr/>
        </p:nvSpPr>
        <p:spPr>
          <a:xfrm>
            <a:off x="838200" y="6392985"/>
            <a:ext cx="7766538" cy="226646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rmAutofit fontScale="62500" lnSpcReduction="20000"/>
          </a:bodyPr>
          <a:lstStyle/>
          <a:p>
            <a:r>
              <a:rPr lang="da-DK" dirty="0">
                <a:latin typeface="Gill Sans MT" panose="020B0502020104020203" pitchFamily="34" charset="0"/>
                <a:hlinkClick r:id="rId3"/>
              </a:rPr>
              <a:t>https://docs.microsoft.com/en-us/dotnet/standard/collections/thread-safe/blockingcollection-overview</a:t>
            </a:r>
            <a:endParaRPr lang="da-DK" dirty="0">
              <a:latin typeface="Gill Sans MT" panose="020B0502020104020203" pitchFamily="34" charset="0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4FF4F41A-6142-DFF6-CBEF-F01FB825AF0E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1235120"/>
            <a:ext cx="10705123" cy="489364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altLang="da-DK" sz="2400" b="0" i="0" u="none" strike="noStrike" cap="none" normalizeH="0" baseline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</a:rPr>
              <a:t>A </a:t>
            </a:r>
            <a:r>
              <a:rPr kumimoji="0" lang="da-DK" altLang="da-DK" sz="2400" b="0" i="0" u="none" strike="noStrike" cap="none" normalizeH="0" baseline="0" dirty="0" err="1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</a:rPr>
              <a:t>thread-safe</a:t>
            </a:r>
            <a:r>
              <a:rPr kumimoji="0" lang="da-DK" altLang="da-DK" sz="2400" b="0" i="0" u="none" strike="noStrike" cap="none" normalizeH="0" baseline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</a:rPr>
              <a:t> </a:t>
            </a:r>
            <a:r>
              <a:rPr kumimoji="0" lang="da-DK" altLang="da-DK" sz="2400" b="0" i="0" u="none" strike="noStrike" cap="none" normalizeH="0" baseline="0" dirty="0" err="1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</a:rPr>
              <a:t>collection</a:t>
            </a:r>
            <a:r>
              <a:rPr kumimoji="0" lang="da-DK" altLang="da-DK" sz="2400" b="0" i="0" u="none" strike="noStrike" cap="none" normalizeH="0" baseline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</a:rPr>
              <a:t> class </a:t>
            </a:r>
            <a:r>
              <a:rPr kumimoji="0" lang="da-DK" altLang="da-DK" sz="2400" b="0" i="0" u="none" strike="noStrike" cap="none" normalizeH="0" baseline="0" dirty="0" err="1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</a:rPr>
              <a:t>that</a:t>
            </a:r>
            <a:r>
              <a:rPr kumimoji="0" lang="da-DK" altLang="da-DK" sz="2400" b="0" i="0" u="none" strike="noStrike" cap="none" normalizeH="0" baseline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</a:rPr>
              <a:t> provides the </a:t>
            </a:r>
            <a:r>
              <a:rPr kumimoji="0" lang="da-DK" altLang="da-DK" sz="2400" b="0" i="0" u="none" strike="noStrike" cap="none" normalizeH="0" baseline="0" dirty="0" err="1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</a:rPr>
              <a:t>following</a:t>
            </a:r>
            <a:r>
              <a:rPr kumimoji="0" lang="da-DK" altLang="da-DK" sz="2400" b="0" i="0" u="none" strike="noStrike" cap="none" normalizeH="0" baseline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</a:rPr>
              <a:t> features: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altLang="da-DK" sz="2400" b="0" i="0" u="none" strike="noStrike" cap="none" normalizeH="0" baseline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da-DK" altLang="da-DK" sz="2400" b="0" i="0" u="none" strike="noStrike" cap="none" normalizeH="0" baseline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</a:rPr>
              <a:t>An </a:t>
            </a:r>
            <a:r>
              <a:rPr kumimoji="0" lang="da-DK" altLang="da-DK" sz="2400" b="0" i="0" u="none" strike="noStrike" cap="none" normalizeH="0" baseline="0" dirty="0" err="1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</a:rPr>
              <a:t>implementation</a:t>
            </a:r>
            <a:r>
              <a:rPr kumimoji="0" lang="da-DK" altLang="da-DK" sz="2400" b="0" i="0" u="none" strike="noStrike" cap="none" normalizeH="0" baseline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</a:rPr>
              <a:t> of the Producer-Consumer pattern.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da-DK" altLang="da-DK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da-DK" altLang="da-DK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Concurrent</a:t>
            </a:r>
            <a:r>
              <a:rPr kumimoji="0" lang="da-DK" altLang="da-DK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da-DK" altLang="da-DK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adding</a:t>
            </a:r>
            <a:r>
              <a:rPr kumimoji="0" lang="da-DK" altLang="da-DK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and </a:t>
            </a:r>
            <a:r>
              <a:rPr kumimoji="0" lang="da-DK" altLang="da-DK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taking</a:t>
            </a:r>
            <a:r>
              <a:rPr kumimoji="0" lang="da-DK" altLang="da-DK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of items from multiple </a:t>
            </a:r>
            <a:r>
              <a:rPr kumimoji="0" lang="da-DK" altLang="da-DK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threads</a:t>
            </a:r>
            <a:r>
              <a:rPr kumimoji="0" lang="da-DK" altLang="da-DK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da-DK" altLang="da-DK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da-DK" altLang="da-DK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da-DK" altLang="da-DK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da-DK" altLang="da-DK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lang="da-DK" altLang="da-DK" sz="2400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lang="da-DK" altLang="da-DK" sz="2400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da-DK" altLang="da-DK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da-DK" altLang="da-DK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24641632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3DA692-ABD0-7495-B691-9DB6274091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33653E-0176-5878-62DF-35699E42FF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BlockingCollection</a:t>
            </a:r>
            <a:r>
              <a:rPr lang="da-DK" dirty="0"/>
              <a:t>&lt;T&gt;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193D7AD-4590-15A6-38E2-40DFF65AA04D}"/>
              </a:ext>
            </a:extLst>
          </p:cNvPr>
          <p:cNvSpPr txBox="1"/>
          <p:nvPr/>
        </p:nvSpPr>
        <p:spPr>
          <a:xfrm>
            <a:off x="838200" y="6392985"/>
            <a:ext cx="7766538" cy="226646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rmAutofit fontScale="62500" lnSpcReduction="20000"/>
          </a:bodyPr>
          <a:lstStyle/>
          <a:p>
            <a:r>
              <a:rPr lang="da-DK" dirty="0">
                <a:latin typeface="Gill Sans MT" panose="020B0502020104020203" pitchFamily="34" charset="0"/>
                <a:hlinkClick r:id="rId3"/>
              </a:rPr>
              <a:t>https://docs.microsoft.com/en-us/dotnet/standard/collections/thread-safe/blockingcollection-overview</a:t>
            </a:r>
            <a:endParaRPr lang="da-DK" dirty="0">
              <a:latin typeface="Gill Sans MT" panose="020B0502020104020203" pitchFamily="34" charset="0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89481480-27F7-BC80-DFEA-F6F74CBC7A8E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1235120"/>
            <a:ext cx="10705123" cy="489364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altLang="da-DK" sz="2400" b="0" i="0" u="none" strike="noStrike" cap="none" normalizeH="0" baseline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</a:rPr>
              <a:t>A </a:t>
            </a:r>
            <a:r>
              <a:rPr kumimoji="0" lang="da-DK" altLang="da-DK" sz="2400" b="0" i="0" u="none" strike="noStrike" cap="none" normalizeH="0" baseline="0" dirty="0" err="1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</a:rPr>
              <a:t>thread-safe</a:t>
            </a:r>
            <a:r>
              <a:rPr kumimoji="0" lang="da-DK" altLang="da-DK" sz="2400" b="0" i="0" u="none" strike="noStrike" cap="none" normalizeH="0" baseline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</a:rPr>
              <a:t> </a:t>
            </a:r>
            <a:r>
              <a:rPr kumimoji="0" lang="da-DK" altLang="da-DK" sz="2400" b="0" i="0" u="none" strike="noStrike" cap="none" normalizeH="0" baseline="0" dirty="0" err="1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</a:rPr>
              <a:t>collection</a:t>
            </a:r>
            <a:r>
              <a:rPr kumimoji="0" lang="da-DK" altLang="da-DK" sz="2400" b="0" i="0" u="none" strike="noStrike" cap="none" normalizeH="0" baseline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</a:rPr>
              <a:t> class </a:t>
            </a:r>
            <a:r>
              <a:rPr kumimoji="0" lang="da-DK" altLang="da-DK" sz="2400" b="0" i="0" u="none" strike="noStrike" cap="none" normalizeH="0" baseline="0" dirty="0" err="1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</a:rPr>
              <a:t>that</a:t>
            </a:r>
            <a:r>
              <a:rPr kumimoji="0" lang="da-DK" altLang="da-DK" sz="2400" b="0" i="0" u="none" strike="noStrike" cap="none" normalizeH="0" baseline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</a:rPr>
              <a:t> provides the </a:t>
            </a:r>
            <a:r>
              <a:rPr kumimoji="0" lang="da-DK" altLang="da-DK" sz="2400" b="0" i="0" u="none" strike="noStrike" cap="none" normalizeH="0" baseline="0" dirty="0" err="1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</a:rPr>
              <a:t>following</a:t>
            </a:r>
            <a:r>
              <a:rPr kumimoji="0" lang="da-DK" altLang="da-DK" sz="2400" b="0" i="0" u="none" strike="noStrike" cap="none" normalizeH="0" baseline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</a:rPr>
              <a:t> features: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altLang="da-DK" sz="2400" b="0" i="0" u="none" strike="noStrike" cap="none" normalizeH="0" baseline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da-DK" altLang="da-DK" sz="2400" b="0" i="0" u="none" strike="noStrike" cap="none" normalizeH="0" baseline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</a:rPr>
              <a:t>An </a:t>
            </a:r>
            <a:r>
              <a:rPr kumimoji="0" lang="da-DK" altLang="da-DK" sz="2400" b="0" i="0" u="none" strike="noStrike" cap="none" normalizeH="0" baseline="0" dirty="0" err="1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</a:rPr>
              <a:t>implementation</a:t>
            </a:r>
            <a:r>
              <a:rPr kumimoji="0" lang="da-DK" altLang="da-DK" sz="2400" b="0" i="0" u="none" strike="noStrike" cap="none" normalizeH="0" baseline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</a:rPr>
              <a:t> of the Producer-Consumer pattern.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da-DK" altLang="da-DK" sz="2400" b="0" i="0" u="none" strike="noStrike" cap="none" normalizeH="0" baseline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da-DK" altLang="da-DK" sz="2400" b="0" i="0" u="none" strike="noStrike" cap="none" normalizeH="0" baseline="0" dirty="0" err="1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</a:rPr>
              <a:t>Concurrent</a:t>
            </a:r>
            <a:r>
              <a:rPr kumimoji="0" lang="da-DK" altLang="da-DK" sz="2400" b="0" i="0" u="none" strike="noStrike" cap="none" normalizeH="0" baseline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</a:rPr>
              <a:t> </a:t>
            </a:r>
            <a:r>
              <a:rPr kumimoji="0" lang="da-DK" altLang="da-DK" sz="2400" b="0" i="0" u="none" strike="noStrike" cap="none" normalizeH="0" baseline="0" dirty="0" err="1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</a:rPr>
              <a:t>adding</a:t>
            </a:r>
            <a:r>
              <a:rPr kumimoji="0" lang="da-DK" altLang="da-DK" sz="2400" b="0" i="0" u="none" strike="noStrike" cap="none" normalizeH="0" baseline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</a:rPr>
              <a:t> and </a:t>
            </a:r>
            <a:r>
              <a:rPr kumimoji="0" lang="da-DK" altLang="da-DK" sz="2400" b="0" i="0" u="none" strike="noStrike" cap="none" normalizeH="0" baseline="0" dirty="0" err="1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</a:rPr>
              <a:t>taking</a:t>
            </a:r>
            <a:r>
              <a:rPr kumimoji="0" lang="da-DK" altLang="da-DK" sz="2400" b="0" i="0" u="none" strike="noStrike" cap="none" normalizeH="0" baseline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</a:rPr>
              <a:t> of items from multiple </a:t>
            </a:r>
            <a:r>
              <a:rPr kumimoji="0" lang="da-DK" altLang="da-DK" sz="2400" b="0" i="0" u="none" strike="noStrike" cap="none" normalizeH="0" baseline="0" dirty="0" err="1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</a:rPr>
              <a:t>threads</a:t>
            </a:r>
            <a:r>
              <a:rPr kumimoji="0" lang="da-DK" altLang="da-DK" sz="2400" b="0" i="0" u="none" strike="noStrike" cap="none" normalizeH="0" baseline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</a:rPr>
              <a:t>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da-DK" altLang="da-DK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da-DK" altLang="da-DK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Optional</a:t>
            </a:r>
            <a:r>
              <a:rPr kumimoji="0" lang="da-DK" altLang="da-DK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da-DK" altLang="da-DK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maximum</a:t>
            </a:r>
            <a:r>
              <a:rPr kumimoji="0" lang="da-DK" altLang="da-DK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da-DK" altLang="da-DK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capacity</a:t>
            </a:r>
            <a:r>
              <a:rPr kumimoji="0" lang="da-DK" altLang="da-DK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da-DK" altLang="da-DK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da-DK" altLang="da-DK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lang="da-DK" altLang="da-DK" sz="2400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lang="da-DK" altLang="da-DK" sz="2400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da-DK" altLang="da-DK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da-DK" altLang="da-DK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12259589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49204D-8146-C302-F6FD-B5937D95D1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93872F-2065-D948-493A-44B4CAA77A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BlockingCollection</a:t>
            </a:r>
            <a:r>
              <a:rPr lang="da-DK" dirty="0"/>
              <a:t>&lt;T&gt;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4FD08B4-7DF9-C0EA-B2F9-271BE7BD1877}"/>
              </a:ext>
            </a:extLst>
          </p:cNvPr>
          <p:cNvSpPr txBox="1"/>
          <p:nvPr/>
        </p:nvSpPr>
        <p:spPr>
          <a:xfrm>
            <a:off x="838200" y="6392985"/>
            <a:ext cx="7766538" cy="226646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rmAutofit fontScale="62500" lnSpcReduction="20000"/>
          </a:bodyPr>
          <a:lstStyle/>
          <a:p>
            <a:r>
              <a:rPr lang="da-DK" dirty="0">
                <a:latin typeface="Gill Sans MT" panose="020B0502020104020203" pitchFamily="34" charset="0"/>
                <a:hlinkClick r:id="rId3"/>
              </a:rPr>
              <a:t>https://docs.microsoft.com/en-us/dotnet/standard/collections/thread-safe/blockingcollection-overview</a:t>
            </a:r>
            <a:endParaRPr lang="da-DK" dirty="0">
              <a:latin typeface="Gill Sans MT" panose="020B0502020104020203" pitchFamily="34" charset="0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EBA173CB-D083-648A-D0DD-4A1341ACB93E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1235120"/>
            <a:ext cx="10705123" cy="489364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altLang="da-DK" sz="2400" b="0" i="0" u="none" strike="noStrike" cap="none" normalizeH="0" baseline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</a:rPr>
              <a:t>A </a:t>
            </a:r>
            <a:r>
              <a:rPr kumimoji="0" lang="da-DK" altLang="da-DK" sz="2400" b="0" i="0" u="none" strike="noStrike" cap="none" normalizeH="0" baseline="0" dirty="0" err="1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</a:rPr>
              <a:t>thread-safe</a:t>
            </a:r>
            <a:r>
              <a:rPr kumimoji="0" lang="da-DK" altLang="da-DK" sz="2400" b="0" i="0" u="none" strike="noStrike" cap="none" normalizeH="0" baseline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</a:rPr>
              <a:t> </a:t>
            </a:r>
            <a:r>
              <a:rPr kumimoji="0" lang="da-DK" altLang="da-DK" sz="2400" b="0" i="0" u="none" strike="noStrike" cap="none" normalizeH="0" baseline="0" dirty="0" err="1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</a:rPr>
              <a:t>collection</a:t>
            </a:r>
            <a:r>
              <a:rPr kumimoji="0" lang="da-DK" altLang="da-DK" sz="2400" b="0" i="0" u="none" strike="noStrike" cap="none" normalizeH="0" baseline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</a:rPr>
              <a:t> class </a:t>
            </a:r>
            <a:r>
              <a:rPr kumimoji="0" lang="da-DK" altLang="da-DK" sz="2400" b="0" i="0" u="none" strike="noStrike" cap="none" normalizeH="0" baseline="0" dirty="0" err="1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</a:rPr>
              <a:t>that</a:t>
            </a:r>
            <a:r>
              <a:rPr kumimoji="0" lang="da-DK" altLang="da-DK" sz="2400" b="0" i="0" u="none" strike="noStrike" cap="none" normalizeH="0" baseline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</a:rPr>
              <a:t> provides the </a:t>
            </a:r>
            <a:r>
              <a:rPr kumimoji="0" lang="da-DK" altLang="da-DK" sz="2400" b="0" i="0" u="none" strike="noStrike" cap="none" normalizeH="0" baseline="0" dirty="0" err="1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</a:rPr>
              <a:t>following</a:t>
            </a:r>
            <a:r>
              <a:rPr kumimoji="0" lang="da-DK" altLang="da-DK" sz="2400" b="0" i="0" u="none" strike="noStrike" cap="none" normalizeH="0" baseline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</a:rPr>
              <a:t> features: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altLang="da-DK" sz="2400" b="0" i="0" u="none" strike="noStrike" cap="none" normalizeH="0" baseline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da-DK" altLang="da-DK" sz="2400" b="0" i="0" u="none" strike="noStrike" cap="none" normalizeH="0" baseline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</a:rPr>
              <a:t>An </a:t>
            </a:r>
            <a:r>
              <a:rPr kumimoji="0" lang="da-DK" altLang="da-DK" sz="2400" b="0" i="0" u="none" strike="noStrike" cap="none" normalizeH="0" baseline="0" dirty="0" err="1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</a:rPr>
              <a:t>implementation</a:t>
            </a:r>
            <a:r>
              <a:rPr kumimoji="0" lang="da-DK" altLang="da-DK" sz="2400" b="0" i="0" u="none" strike="noStrike" cap="none" normalizeH="0" baseline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</a:rPr>
              <a:t> of the Producer-Consumer pattern.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da-DK" altLang="da-DK" sz="2400" b="0" i="0" u="none" strike="noStrike" cap="none" normalizeH="0" baseline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da-DK" altLang="da-DK" sz="2400" b="0" i="0" u="none" strike="noStrike" cap="none" normalizeH="0" baseline="0" dirty="0" err="1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</a:rPr>
              <a:t>Concurrent</a:t>
            </a:r>
            <a:r>
              <a:rPr kumimoji="0" lang="da-DK" altLang="da-DK" sz="2400" b="0" i="0" u="none" strike="noStrike" cap="none" normalizeH="0" baseline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</a:rPr>
              <a:t> </a:t>
            </a:r>
            <a:r>
              <a:rPr kumimoji="0" lang="da-DK" altLang="da-DK" sz="2400" b="0" i="0" u="none" strike="noStrike" cap="none" normalizeH="0" baseline="0" dirty="0" err="1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</a:rPr>
              <a:t>adding</a:t>
            </a:r>
            <a:r>
              <a:rPr kumimoji="0" lang="da-DK" altLang="da-DK" sz="2400" b="0" i="0" u="none" strike="noStrike" cap="none" normalizeH="0" baseline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</a:rPr>
              <a:t> and </a:t>
            </a:r>
            <a:r>
              <a:rPr kumimoji="0" lang="da-DK" altLang="da-DK" sz="2400" b="0" i="0" u="none" strike="noStrike" cap="none" normalizeH="0" baseline="0" dirty="0" err="1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</a:rPr>
              <a:t>taking</a:t>
            </a:r>
            <a:r>
              <a:rPr kumimoji="0" lang="da-DK" altLang="da-DK" sz="2400" b="0" i="0" u="none" strike="noStrike" cap="none" normalizeH="0" baseline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</a:rPr>
              <a:t> of items from multiple </a:t>
            </a:r>
            <a:r>
              <a:rPr kumimoji="0" lang="da-DK" altLang="da-DK" sz="2400" b="0" i="0" u="none" strike="noStrike" cap="none" normalizeH="0" baseline="0" dirty="0" err="1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</a:rPr>
              <a:t>threads</a:t>
            </a:r>
            <a:r>
              <a:rPr kumimoji="0" lang="da-DK" altLang="da-DK" sz="2400" b="0" i="0" u="none" strike="noStrike" cap="none" normalizeH="0" baseline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</a:rPr>
              <a:t>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da-DK" altLang="da-DK" sz="2400" b="0" i="0" u="none" strike="noStrike" cap="none" normalizeH="0" baseline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da-DK" altLang="da-DK" sz="2400" b="0" i="0" u="none" strike="noStrike" cap="none" normalizeH="0" baseline="0" dirty="0" err="1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</a:rPr>
              <a:t>Optional</a:t>
            </a:r>
            <a:r>
              <a:rPr kumimoji="0" lang="da-DK" altLang="da-DK" sz="2400" b="0" i="0" u="none" strike="noStrike" cap="none" normalizeH="0" baseline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</a:rPr>
              <a:t> </a:t>
            </a:r>
            <a:r>
              <a:rPr kumimoji="0" lang="da-DK" altLang="da-DK" sz="2400" b="0" i="0" u="none" strike="noStrike" cap="none" normalizeH="0" baseline="0" dirty="0" err="1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</a:rPr>
              <a:t>maximum</a:t>
            </a:r>
            <a:r>
              <a:rPr kumimoji="0" lang="da-DK" altLang="da-DK" sz="2400" b="0" i="0" u="none" strike="noStrike" cap="none" normalizeH="0" baseline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</a:rPr>
              <a:t> </a:t>
            </a:r>
            <a:r>
              <a:rPr kumimoji="0" lang="da-DK" altLang="da-DK" sz="2400" b="0" i="0" u="none" strike="noStrike" cap="none" normalizeH="0" baseline="0" dirty="0" err="1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</a:rPr>
              <a:t>capacity</a:t>
            </a:r>
            <a:r>
              <a:rPr kumimoji="0" lang="da-DK" altLang="da-DK" sz="2400" b="0" i="0" u="none" strike="noStrike" cap="none" normalizeH="0" baseline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</a:rPr>
              <a:t>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da-DK" altLang="da-DK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da-DK" altLang="da-DK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Insertion</a:t>
            </a:r>
            <a:r>
              <a:rPr kumimoji="0" lang="da-DK" altLang="da-DK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and removal operations </a:t>
            </a:r>
            <a:r>
              <a:rPr kumimoji="0" lang="da-DK" altLang="da-DK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that</a:t>
            </a:r>
            <a:r>
              <a:rPr kumimoji="0" lang="da-DK" altLang="da-DK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da-DK" altLang="da-DK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block</a:t>
            </a:r>
            <a:r>
              <a:rPr kumimoji="0" lang="da-DK" altLang="da-DK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da-DK" altLang="da-DK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when</a:t>
            </a:r>
            <a:r>
              <a:rPr kumimoji="0" lang="da-DK" altLang="da-DK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da-DK" altLang="da-DK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collection</a:t>
            </a:r>
            <a:r>
              <a:rPr kumimoji="0" lang="da-DK" altLang="da-DK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is </a:t>
            </a:r>
            <a:r>
              <a:rPr kumimoji="0" lang="da-DK" altLang="da-DK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empty</a:t>
            </a:r>
            <a:r>
              <a:rPr kumimoji="0" lang="da-DK" altLang="da-DK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or </a:t>
            </a:r>
            <a:r>
              <a:rPr kumimoji="0" lang="da-DK" altLang="da-DK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full</a:t>
            </a:r>
            <a:r>
              <a:rPr kumimoji="0" lang="da-DK" altLang="da-DK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da-DK" altLang="da-DK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Insertion</a:t>
            </a:r>
            <a:r>
              <a:rPr kumimoji="0" lang="da-DK" altLang="da-DK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and removal "</a:t>
            </a:r>
            <a:r>
              <a:rPr kumimoji="0" lang="da-DK" altLang="da-DK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try</a:t>
            </a:r>
            <a:r>
              <a:rPr kumimoji="0" lang="da-DK" altLang="da-DK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" operations </a:t>
            </a:r>
            <a:r>
              <a:rPr kumimoji="0" lang="da-DK" altLang="da-DK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that</a:t>
            </a:r>
            <a:r>
              <a:rPr kumimoji="0" lang="da-DK" altLang="da-DK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do not </a:t>
            </a:r>
            <a:r>
              <a:rPr kumimoji="0" lang="da-DK" altLang="da-DK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block</a:t>
            </a:r>
            <a:r>
              <a:rPr kumimoji="0" lang="da-DK" altLang="da-DK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or </a:t>
            </a:r>
            <a:r>
              <a:rPr kumimoji="0" lang="da-DK" altLang="da-DK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that</a:t>
            </a:r>
            <a:r>
              <a:rPr kumimoji="0" lang="da-DK" altLang="da-DK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da-DK" altLang="da-DK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block</a:t>
            </a:r>
            <a:r>
              <a:rPr kumimoji="0" lang="da-DK" altLang="da-DK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up to a </a:t>
            </a:r>
            <a:r>
              <a:rPr kumimoji="0" lang="da-DK" altLang="da-DK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specified</a:t>
            </a:r>
            <a:r>
              <a:rPr kumimoji="0" lang="da-DK" altLang="da-DK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da-DK" altLang="da-DK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period</a:t>
            </a:r>
            <a:r>
              <a:rPr kumimoji="0" lang="da-DK" altLang="da-DK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of time.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da-DK" altLang="da-DK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da-DK" altLang="da-DK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0012289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99DCB6-9545-32F0-415E-7785352647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78102D-B786-BED9-C163-9D7F0FECF1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BlockingCollection</a:t>
            </a:r>
            <a:r>
              <a:rPr lang="da-DK" dirty="0"/>
              <a:t>&lt;T&gt;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AC94AFF-A23B-47A3-DECB-77A4E2A40DBF}"/>
              </a:ext>
            </a:extLst>
          </p:cNvPr>
          <p:cNvSpPr txBox="1"/>
          <p:nvPr/>
        </p:nvSpPr>
        <p:spPr>
          <a:xfrm>
            <a:off x="838200" y="6392985"/>
            <a:ext cx="7766538" cy="226646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rmAutofit fontScale="62500" lnSpcReduction="20000"/>
          </a:bodyPr>
          <a:lstStyle/>
          <a:p>
            <a:r>
              <a:rPr lang="da-DK" dirty="0">
                <a:latin typeface="Gill Sans MT" panose="020B0502020104020203" pitchFamily="34" charset="0"/>
                <a:hlinkClick r:id="rId3"/>
              </a:rPr>
              <a:t>https://docs.microsoft.com/en-us/dotnet/standard/collections/thread-safe/blockingcollection-overview</a:t>
            </a:r>
            <a:endParaRPr lang="da-DK" dirty="0">
              <a:latin typeface="Gill Sans MT" panose="020B0502020104020203" pitchFamily="34" charset="0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B5C22D6F-1561-A891-A933-C9A7FB314857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1235120"/>
            <a:ext cx="10705123" cy="489364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altLang="da-DK" sz="2400" b="0" i="0" u="none" strike="noStrike" cap="none" normalizeH="0" baseline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</a:rPr>
              <a:t>A </a:t>
            </a:r>
            <a:r>
              <a:rPr kumimoji="0" lang="da-DK" altLang="da-DK" sz="2400" b="0" i="0" u="none" strike="noStrike" cap="none" normalizeH="0" baseline="0" dirty="0" err="1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</a:rPr>
              <a:t>thread-safe</a:t>
            </a:r>
            <a:r>
              <a:rPr kumimoji="0" lang="da-DK" altLang="da-DK" sz="2400" b="0" i="0" u="none" strike="noStrike" cap="none" normalizeH="0" baseline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</a:rPr>
              <a:t> </a:t>
            </a:r>
            <a:r>
              <a:rPr kumimoji="0" lang="da-DK" altLang="da-DK" sz="2400" b="0" i="0" u="none" strike="noStrike" cap="none" normalizeH="0" baseline="0" dirty="0" err="1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</a:rPr>
              <a:t>collection</a:t>
            </a:r>
            <a:r>
              <a:rPr kumimoji="0" lang="da-DK" altLang="da-DK" sz="2400" b="0" i="0" u="none" strike="noStrike" cap="none" normalizeH="0" baseline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</a:rPr>
              <a:t> class </a:t>
            </a:r>
            <a:r>
              <a:rPr kumimoji="0" lang="da-DK" altLang="da-DK" sz="2400" b="0" i="0" u="none" strike="noStrike" cap="none" normalizeH="0" baseline="0" dirty="0" err="1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</a:rPr>
              <a:t>that</a:t>
            </a:r>
            <a:r>
              <a:rPr kumimoji="0" lang="da-DK" altLang="da-DK" sz="2400" b="0" i="0" u="none" strike="noStrike" cap="none" normalizeH="0" baseline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</a:rPr>
              <a:t> provides the </a:t>
            </a:r>
            <a:r>
              <a:rPr kumimoji="0" lang="da-DK" altLang="da-DK" sz="2400" b="0" i="0" u="none" strike="noStrike" cap="none" normalizeH="0" baseline="0" dirty="0" err="1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</a:rPr>
              <a:t>following</a:t>
            </a:r>
            <a:r>
              <a:rPr kumimoji="0" lang="da-DK" altLang="da-DK" sz="2400" b="0" i="0" u="none" strike="noStrike" cap="none" normalizeH="0" baseline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</a:rPr>
              <a:t> features: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altLang="da-DK" sz="2400" b="0" i="0" u="none" strike="noStrike" cap="none" normalizeH="0" baseline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da-DK" altLang="da-DK" sz="2400" b="0" i="0" u="none" strike="noStrike" cap="none" normalizeH="0" baseline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</a:rPr>
              <a:t>An </a:t>
            </a:r>
            <a:r>
              <a:rPr kumimoji="0" lang="da-DK" altLang="da-DK" sz="2400" b="0" i="0" u="none" strike="noStrike" cap="none" normalizeH="0" baseline="0" dirty="0" err="1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</a:rPr>
              <a:t>implementation</a:t>
            </a:r>
            <a:r>
              <a:rPr kumimoji="0" lang="da-DK" altLang="da-DK" sz="2400" b="0" i="0" u="none" strike="noStrike" cap="none" normalizeH="0" baseline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</a:rPr>
              <a:t> of the Producer-Consumer pattern.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da-DK" altLang="da-DK" sz="2400" b="0" i="0" u="none" strike="noStrike" cap="none" normalizeH="0" baseline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da-DK" altLang="da-DK" sz="2400" b="0" i="0" u="none" strike="noStrike" cap="none" normalizeH="0" baseline="0" dirty="0" err="1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</a:rPr>
              <a:t>Concurrent</a:t>
            </a:r>
            <a:r>
              <a:rPr kumimoji="0" lang="da-DK" altLang="da-DK" sz="2400" b="0" i="0" u="none" strike="noStrike" cap="none" normalizeH="0" baseline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</a:rPr>
              <a:t> </a:t>
            </a:r>
            <a:r>
              <a:rPr kumimoji="0" lang="da-DK" altLang="da-DK" sz="2400" b="0" i="0" u="none" strike="noStrike" cap="none" normalizeH="0" baseline="0" dirty="0" err="1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</a:rPr>
              <a:t>adding</a:t>
            </a:r>
            <a:r>
              <a:rPr kumimoji="0" lang="da-DK" altLang="da-DK" sz="2400" b="0" i="0" u="none" strike="noStrike" cap="none" normalizeH="0" baseline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</a:rPr>
              <a:t> and </a:t>
            </a:r>
            <a:r>
              <a:rPr kumimoji="0" lang="da-DK" altLang="da-DK" sz="2400" b="0" i="0" u="none" strike="noStrike" cap="none" normalizeH="0" baseline="0" dirty="0" err="1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</a:rPr>
              <a:t>taking</a:t>
            </a:r>
            <a:r>
              <a:rPr kumimoji="0" lang="da-DK" altLang="da-DK" sz="2400" b="0" i="0" u="none" strike="noStrike" cap="none" normalizeH="0" baseline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</a:rPr>
              <a:t> of items from multiple </a:t>
            </a:r>
            <a:r>
              <a:rPr kumimoji="0" lang="da-DK" altLang="da-DK" sz="2400" b="0" i="0" u="none" strike="noStrike" cap="none" normalizeH="0" baseline="0" dirty="0" err="1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</a:rPr>
              <a:t>threads</a:t>
            </a:r>
            <a:r>
              <a:rPr kumimoji="0" lang="da-DK" altLang="da-DK" sz="2400" b="0" i="0" u="none" strike="noStrike" cap="none" normalizeH="0" baseline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</a:rPr>
              <a:t>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da-DK" altLang="da-DK" sz="2400" b="0" i="0" u="none" strike="noStrike" cap="none" normalizeH="0" baseline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da-DK" altLang="da-DK" sz="2400" b="0" i="0" u="none" strike="noStrike" cap="none" normalizeH="0" baseline="0" dirty="0" err="1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</a:rPr>
              <a:t>Optional</a:t>
            </a:r>
            <a:r>
              <a:rPr kumimoji="0" lang="da-DK" altLang="da-DK" sz="2400" b="0" i="0" u="none" strike="noStrike" cap="none" normalizeH="0" baseline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</a:rPr>
              <a:t> </a:t>
            </a:r>
            <a:r>
              <a:rPr kumimoji="0" lang="da-DK" altLang="da-DK" sz="2400" b="0" i="0" u="none" strike="noStrike" cap="none" normalizeH="0" baseline="0" dirty="0" err="1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</a:rPr>
              <a:t>maximum</a:t>
            </a:r>
            <a:r>
              <a:rPr kumimoji="0" lang="da-DK" altLang="da-DK" sz="2400" b="0" i="0" u="none" strike="noStrike" cap="none" normalizeH="0" baseline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</a:rPr>
              <a:t> </a:t>
            </a:r>
            <a:r>
              <a:rPr kumimoji="0" lang="da-DK" altLang="da-DK" sz="2400" b="0" i="0" u="none" strike="noStrike" cap="none" normalizeH="0" baseline="0" dirty="0" err="1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</a:rPr>
              <a:t>capacity</a:t>
            </a:r>
            <a:r>
              <a:rPr kumimoji="0" lang="da-DK" altLang="da-DK" sz="2400" b="0" i="0" u="none" strike="noStrike" cap="none" normalizeH="0" baseline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</a:rPr>
              <a:t>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da-DK" altLang="da-DK" sz="2400" b="0" i="0" u="none" strike="noStrike" cap="none" normalizeH="0" baseline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da-DK" altLang="da-DK" sz="2400" b="0" i="0" u="none" strike="noStrike" cap="none" normalizeH="0" baseline="0" dirty="0" err="1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</a:rPr>
              <a:t>Insertion</a:t>
            </a:r>
            <a:r>
              <a:rPr kumimoji="0" lang="da-DK" altLang="da-DK" sz="2400" b="0" i="0" u="none" strike="noStrike" cap="none" normalizeH="0" baseline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</a:rPr>
              <a:t> and removal operations </a:t>
            </a:r>
            <a:r>
              <a:rPr kumimoji="0" lang="da-DK" altLang="da-DK" sz="2400" b="0" i="0" u="none" strike="noStrike" cap="none" normalizeH="0" baseline="0" dirty="0" err="1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</a:rPr>
              <a:t>that</a:t>
            </a:r>
            <a:r>
              <a:rPr kumimoji="0" lang="da-DK" altLang="da-DK" sz="2400" b="0" i="0" u="none" strike="noStrike" cap="none" normalizeH="0" baseline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</a:rPr>
              <a:t> </a:t>
            </a:r>
            <a:r>
              <a:rPr kumimoji="0" lang="da-DK" altLang="da-DK" sz="2400" b="0" i="0" u="none" strike="noStrike" cap="none" normalizeH="0" baseline="0" dirty="0" err="1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</a:rPr>
              <a:t>block</a:t>
            </a:r>
            <a:r>
              <a:rPr kumimoji="0" lang="da-DK" altLang="da-DK" sz="2400" b="0" i="0" u="none" strike="noStrike" cap="none" normalizeH="0" baseline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</a:rPr>
              <a:t> </a:t>
            </a:r>
            <a:r>
              <a:rPr kumimoji="0" lang="da-DK" altLang="da-DK" sz="2400" b="0" i="0" u="none" strike="noStrike" cap="none" normalizeH="0" baseline="0" dirty="0" err="1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</a:rPr>
              <a:t>when</a:t>
            </a:r>
            <a:r>
              <a:rPr kumimoji="0" lang="da-DK" altLang="da-DK" sz="2400" b="0" i="0" u="none" strike="noStrike" cap="none" normalizeH="0" baseline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</a:rPr>
              <a:t> </a:t>
            </a:r>
            <a:r>
              <a:rPr kumimoji="0" lang="da-DK" altLang="da-DK" sz="2400" b="0" i="0" u="none" strike="noStrike" cap="none" normalizeH="0" baseline="0" dirty="0" err="1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</a:rPr>
              <a:t>collection</a:t>
            </a:r>
            <a:r>
              <a:rPr kumimoji="0" lang="da-DK" altLang="da-DK" sz="2400" b="0" i="0" u="none" strike="noStrike" cap="none" normalizeH="0" baseline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</a:rPr>
              <a:t> is </a:t>
            </a:r>
            <a:r>
              <a:rPr kumimoji="0" lang="da-DK" altLang="da-DK" sz="2400" b="0" i="0" u="none" strike="noStrike" cap="none" normalizeH="0" baseline="0" dirty="0" err="1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</a:rPr>
              <a:t>empty</a:t>
            </a:r>
            <a:r>
              <a:rPr kumimoji="0" lang="da-DK" altLang="da-DK" sz="2400" b="0" i="0" u="none" strike="noStrike" cap="none" normalizeH="0" baseline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</a:rPr>
              <a:t> or </a:t>
            </a:r>
            <a:r>
              <a:rPr kumimoji="0" lang="da-DK" altLang="da-DK" sz="2400" b="0" i="0" u="none" strike="noStrike" cap="none" normalizeH="0" baseline="0" dirty="0" err="1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</a:rPr>
              <a:t>full</a:t>
            </a:r>
            <a:r>
              <a:rPr kumimoji="0" lang="da-DK" altLang="da-DK" sz="2400" b="0" i="0" u="none" strike="noStrike" cap="none" normalizeH="0" baseline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</a:rPr>
              <a:t>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da-DK" altLang="da-DK" sz="2400" b="0" i="0" u="none" strike="noStrike" cap="none" normalizeH="0" baseline="0" dirty="0" err="1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</a:rPr>
              <a:t>Insertion</a:t>
            </a:r>
            <a:r>
              <a:rPr kumimoji="0" lang="da-DK" altLang="da-DK" sz="2400" b="0" i="0" u="none" strike="noStrike" cap="none" normalizeH="0" baseline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</a:rPr>
              <a:t> and removal "</a:t>
            </a:r>
            <a:r>
              <a:rPr kumimoji="0" lang="da-DK" altLang="da-DK" sz="2400" b="0" i="0" u="none" strike="noStrike" cap="none" normalizeH="0" baseline="0" dirty="0" err="1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</a:rPr>
              <a:t>try</a:t>
            </a:r>
            <a:r>
              <a:rPr kumimoji="0" lang="da-DK" altLang="da-DK" sz="2400" b="0" i="0" u="none" strike="noStrike" cap="none" normalizeH="0" baseline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</a:rPr>
              <a:t>" operations </a:t>
            </a:r>
            <a:r>
              <a:rPr kumimoji="0" lang="da-DK" altLang="da-DK" sz="2400" b="0" i="0" u="none" strike="noStrike" cap="none" normalizeH="0" baseline="0" dirty="0" err="1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</a:rPr>
              <a:t>that</a:t>
            </a:r>
            <a:r>
              <a:rPr kumimoji="0" lang="da-DK" altLang="da-DK" sz="2400" b="0" i="0" u="none" strike="noStrike" cap="none" normalizeH="0" baseline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</a:rPr>
              <a:t> do not </a:t>
            </a:r>
            <a:r>
              <a:rPr kumimoji="0" lang="da-DK" altLang="da-DK" sz="2400" b="0" i="0" u="none" strike="noStrike" cap="none" normalizeH="0" baseline="0" dirty="0" err="1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</a:rPr>
              <a:t>block</a:t>
            </a:r>
            <a:r>
              <a:rPr kumimoji="0" lang="da-DK" altLang="da-DK" sz="2400" b="0" i="0" u="none" strike="noStrike" cap="none" normalizeH="0" baseline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</a:rPr>
              <a:t> or </a:t>
            </a:r>
            <a:r>
              <a:rPr kumimoji="0" lang="da-DK" altLang="da-DK" sz="2400" b="0" i="0" u="none" strike="noStrike" cap="none" normalizeH="0" baseline="0" dirty="0" err="1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</a:rPr>
              <a:t>that</a:t>
            </a:r>
            <a:r>
              <a:rPr kumimoji="0" lang="da-DK" altLang="da-DK" sz="2400" b="0" i="0" u="none" strike="noStrike" cap="none" normalizeH="0" baseline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</a:rPr>
              <a:t> </a:t>
            </a:r>
            <a:r>
              <a:rPr kumimoji="0" lang="da-DK" altLang="da-DK" sz="2400" b="0" i="0" u="none" strike="noStrike" cap="none" normalizeH="0" baseline="0" dirty="0" err="1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</a:rPr>
              <a:t>block</a:t>
            </a:r>
            <a:r>
              <a:rPr kumimoji="0" lang="da-DK" altLang="da-DK" sz="2400" b="0" i="0" u="none" strike="noStrike" cap="none" normalizeH="0" baseline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</a:rPr>
              <a:t> up to a </a:t>
            </a:r>
            <a:r>
              <a:rPr kumimoji="0" lang="da-DK" altLang="da-DK" sz="2400" b="0" i="0" u="none" strike="noStrike" cap="none" normalizeH="0" baseline="0" dirty="0" err="1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</a:rPr>
              <a:t>specified</a:t>
            </a:r>
            <a:r>
              <a:rPr kumimoji="0" lang="da-DK" altLang="da-DK" sz="2400" b="0" i="0" u="none" strike="noStrike" cap="none" normalizeH="0" baseline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</a:rPr>
              <a:t> </a:t>
            </a:r>
            <a:r>
              <a:rPr kumimoji="0" lang="da-DK" altLang="da-DK" sz="2400" b="0" i="0" u="none" strike="noStrike" cap="none" normalizeH="0" baseline="0" dirty="0" err="1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</a:rPr>
              <a:t>period</a:t>
            </a:r>
            <a:r>
              <a:rPr kumimoji="0" lang="da-DK" altLang="da-DK" sz="2400" b="0" i="0" u="none" strike="noStrike" cap="none" normalizeH="0" baseline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</a:rPr>
              <a:t> of time.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da-DK" altLang="da-DK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da-DK" altLang="da-DK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Encapsulates</a:t>
            </a:r>
            <a:r>
              <a:rPr kumimoji="0" lang="da-DK" altLang="da-DK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da-DK" altLang="da-DK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any</a:t>
            </a:r>
            <a:r>
              <a:rPr kumimoji="0" lang="da-DK" altLang="da-DK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da-DK" altLang="da-DK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collection</a:t>
            </a:r>
            <a:r>
              <a:rPr kumimoji="0" lang="da-DK" altLang="da-DK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type </a:t>
            </a:r>
            <a:r>
              <a:rPr kumimoji="0" lang="da-DK" altLang="da-DK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that</a:t>
            </a:r>
            <a:r>
              <a:rPr kumimoji="0" lang="da-DK" altLang="da-DK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da-DK" altLang="da-DK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implements</a:t>
            </a:r>
            <a:r>
              <a:rPr kumimoji="0" lang="da-DK" altLang="da-DK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da-DK" altLang="da-DK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hlinkClick r:id="rId4"/>
              </a:rPr>
              <a:t>IProducerConsumerCollection</a:t>
            </a:r>
            <a:r>
              <a:rPr kumimoji="0" lang="da-DK" altLang="da-DK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linkClick r:id="rId4"/>
              </a:rPr>
              <a:t>&lt;T&gt;</a:t>
            </a:r>
            <a:r>
              <a:rPr kumimoji="0" lang="da-DK" altLang="da-DK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12203566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BlockingCollection</a:t>
            </a:r>
            <a:r>
              <a:rPr lang="da-DK" dirty="0"/>
              <a:t>&lt;T&gt; - Producer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577847" y="1311965"/>
            <a:ext cx="3775952" cy="486499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da-DK" dirty="0" err="1"/>
              <a:t>We’ll</a:t>
            </a:r>
            <a:r>
              <a:rPr lang="da-DK" dirty="0"/>
              <a:t> </a:t>
            </a:r>
            <a:r>
              <a:rPr lang="da-DK" dirty="0" err="1"/>
              <a:t>use</a:t>
            </a:r>
            <a:r>
              <a:rPr lang="da-DK" dirty="0"/>
              <a:t> a </a:t>
            </a:r>
            <a:r>
              <a:rPr lang="da-DK" dirty="0" err="1"/>
              <a:t>BlockingCollection</a:t>
            </a:r>
            <a:r>
              <a:rPr lang="da-DK" dirty="0"/>
              <a:t> as the </a:t>
            </a:r>
            <a:r>
              <a:rPr lang="da-DK" dirty="0" err="1"/>
              <a:t>queue</a:t>
            </a:r>
            <a:r>
              <a:rPr lang="da-DK" dirty="0"/>
              <a:t>.</a:t>
            </a:r>
          </a:p>
          <a:p>
            <a:pPr marL="0" indent="0">
              <a:buNone/>
            </a:pPr>
            <a:endParaRPr lang="da-DK" dirty="0"/>
          </a:p>
          <a:p>
            <a:pPr marL="0" indent="0">
              <a:buNone/>
            </a:pPr>
            <a:r>
              <a:rPr lang="da-DK" dirty="0"/>
              <a:t>The </a:t>
            </a:r>
            <a:r>
              <a:rPr lang="da-DK" dirty="0" err="1"/>
              <a:t>BlockingCollection</a:t>
            </a:r>
            <a:r>
              <a:rPr lang="da-DK" dirty="0"/>
              <a:t> handles all </a:t>
            </a:r>
            <a:r>
              <a:rPr lang="da-DK" dirty="0" err="1"/>
              <a:t>synchronization</a:t>
            </a:r>
            <a:r>
              <a:rPr lang="da-DK" dirty="0"/>
              <a:t>.</a:t>
            </a:r>
          </a:p>
          <a:p>
            <a:pPr marL="0" indent="0">
              <a:buNone/>
            </a:pPr>
            <a:endParaRPr lang="da-DK" dirty="0"/>
          </a:p>
          <a:p>
            <a:pPr marL="0" indent="0">
              <a:buNone/>
            </a:pPr>
            <a:r>
              <a:rPr lang="da-DK" dirty="0"/>
              <a:t> </a:t>
            </a:r>
          </a:p>
          <a:p>
            <a:pPr marL="0" indent="0">
              <a:buNone/>
            </a:pPr>
            <a:r>
              <a:rPr lang="da-DK" dirty="0"/>
              <a:t> </a:t>
            </a:r>
          </a:p>
          <a:p>
            <a:pPr marL="0" indent="0">
              <a:buNone/>
            </a:pPr>
            <a:r>
              <a:rPr lang="da-DK" dirty="0"/>
              <a:t> </a:t>
            </a:r>
          </a:p>
          <a:p>
            <a:pPr marL="0" indent="0">
              <a:buNone/>
            </a:pPr>
            <a:r>
              <a:rPr lang="da-DK" dirty="0"/>
              <a:t> </a:t>
            </a:r>
          </a:p>
        </p:txBody>
      </p:sp>
      <p:sp>
        <p:nvSpPr>
          <p:cNvPr id="4" name="Rectangle 3"/>
          <p:cNvSpPr/>
          <p:nvPr/>
        </p:nvSpPr>
        <p:spPr>
          <a:xfrm>
            <a:off x="503364" y="1311965"/>
            <a:ext cx="6996662" cy="5400120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class Producer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private 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readonly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BlockingCollection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&lt;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DataContainer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&gt; _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dataQueue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private 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readonly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Random _random = new Random();</a:t>
            </a:r>
          </a:p>
          <a:p>
            <a:endParaRPr lang="en-US" sz="14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public Producer(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BlockingCollection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&lt;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DataContainer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&gt; 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dataQueue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{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    _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dataQueue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= 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dataQueue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}</a:t>
            </a:r>
          </a:p>
          <a:p>
            <a:endParaRPr lang="en-US" sz="14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public void Run()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{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    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int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cnt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= 50;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    while (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cnt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&gt; 0)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    {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        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int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pressure = _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random.Next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(0, 50);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        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DataContainer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reading = new 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DataContainer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();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        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reading.SetTyrePressure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(pressure);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        _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dataQueue.Add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(reading);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        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Thread.Sleep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(10);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        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cnt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--;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    }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    _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dataQueue.CompleteAdding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();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}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27191441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225BC0-F141-8EEB-7B09-7C64FE38FD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EB8E80-5A06-49E6-19B2-69EE8D88A8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BlockingCollection</a:t>
            </a:r>
            <a:r>
              <a:rPr lang="da-DK" dirty="0"/>
              <a:t>&lt;T&gt; - Producer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11B528-8D79-B49D-5E04-2FA9D879B4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77847" y="1311965"/>
            <a:ext cx="3775952" cy="486499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da-DK" dirty="0" err="1"/>
              <a:t>We’ll</a:t>
            </a:r>
            <a:r>
              <a:rPr lang="da-DK" dirty="0"/>
              <a:t> </a:t>
            </a:r>
            <a:r>
              <a:rPr lang="da-DK" dirty="0" err="1"/>
              <a:t>use</a:t>
            </a:r>
            <a:r>
              <a:rPr lang="da-DK" dirty="0"/>
              <a:t> a </a:t>
            </a:r>
            <a:r>
              <a:rPr lang="da-DK" dirty="0" err="1"/>
              <a:t>BlockingCollection</a:t>
            </a:r>
            <a:r>
              <a:rPr lang="da-DK" dirty="0"/>
              <a:t> as the </a:t>
            </a:r>
            <a:r>
              <a:rPr lang="da-DK" dirty="0" err="1"/>
              <a:t>queue</a:t>
            </a:r>
            <a:r>
              <a:rPr lang="da-DK" dirty="0"/>
              <a:t>.</a:t>
            </a:r>
          </a:p>
          <a:p>
            <a:pPr marL="0" indent="0">
              <a:buNone/>
            </a:pPr>
            <a:endParaRPr lang="da-DK" dirty="0"/>
          </a:p>
          <a:p>
            <a:pPr marL="0" indent="0">
              <a:buNone/>
            </a:pPr>
            <a:r>
              <a:rPr lang="da-DK" dirty="0"/>
              <a:t>The </a:t>
            </a:r>
            <a:r>
              <a:rPr lang="da-DK" dirty="0" err="1"/>
              <a:t>BlockingCollection</a:t>
            </a:r>
            <a:r>
              <a:rPr lang="da-DK" dirty="0"/>
              <a:t> handles all </a:t>
            </a:r>
            <a:r>
              <a:rPr lang="da-DK" dirty="0" err="1"/>
              <a:t>synchronization</a:t>
            </a:r>
            <a:r>
              <a:rPr lang="da-DK" dirty="0"/>
              <a:t>.</a:t>
            </a:r>
          </a:p>
          <a:p>
            <a:pPr marL="0" indent="0">
              <a:buNone/>
            </a:pPr>
            <a:endParaRPr lang="da-DK" dirty="0"/>
          </a:p>
          <a:p>
            <a:pPr marL="0" indent="0">
              <a:buNone/>
            </a:pPr>
            <a:r>
              <a:rPr lang="da-DK" dirty="0"/>
              <a:t> </a:t>
            </a:r>
          </a:p>
          <a:p>
            <a:pPr marL="0" indent="0">
              <a:buNone/>
            </a:pPr>
            <a:r>
              <a:rPr lang="da-DK" dirty="0"/>
              <a:t> </a:t>
            </a:r>
          </a:p>
          <a:p>
            <a:pPr marL="0" indent="0">
              <a:buNone/>
            </a:pPr>
            <a:r>
              <a:rPr lang="da-DK" dirty="0"/>
              <a:t> </a:t>
            </a:r>
          </a:p>
          <a:p>
            <a:pPr marL="0" indent="0">
              <a:buNone/>
            </a:pPr>
            <a:r>
              <a:rPr lang="da-DK" dirty="0"/>
              <a:t>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CFDEADC-EC5E-AC71-7365-2821A7C10B81}"/>
              </a:ext>
            </a:extLst>
          </p:cNvPr>
          <p:cNvSpPr/>
          <p:nvPr/>
        </p:nvSpPr>
        <p:spPr>
          <a:xfrm>
            <a:off x="503364" y="1311965"/>
            <a:ext cx="6996662" cy="5400120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class Producer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private 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readonly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BlockingCollection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&lt;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DataContainer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&gt; _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dataQueue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private 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readonly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Random _random = new Random();</a:t>
            </a:r>
          </a:p>
          <a:p>
            <a:endParaRPr lang="en-US" sz="14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public Producer(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BlockingCollection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&lt;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DataContainer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&gt; 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dataQueue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{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    _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dataQueue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= 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dataQueue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}</a:t>
            </a:r>
          </a:p>
          <a:p>
            <a:endParaRPr lang="en-US" sz="14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public void Run()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{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    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int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cnt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= 50;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    while (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cnt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&gt; 0)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    {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        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int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pressure = _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random.Next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(0, 50);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        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DataContainer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reading = new 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DataContainer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();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        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reading.SetTyrePressure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(pressure);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        _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dataQueue.Add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(reading);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        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Thread.Sleep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(10);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        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cnt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--;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    }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    _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dataQueue.CompleteAdding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();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}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Arrow: Down 4">
            <a:extLst>
              <a:ext uri="{FF2B5EF4-FFF2-40B4-BE49-F238E27FC236}">
                <a16:creationId xmlns:a16="http://schemas.microsoft.com/office/drawing/2014/main" id="{502C30FC-AFE8-BB3C-1816-1E76C3BE1215}"/>
              </a:ext>
            </a:extLst>
          </p:cNvPr>
          <p:cNvSpPr/>
          <p:nvPr/>
        </p:nvSpPr>
        <p:spPr>
          <a:xfrm rot="6099898">
            <a:off x="7467546" y="2007943"/>
            <a:ext cx="351535" cy="144857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A581652-48E6-9A57-5361-39B8ED2A649F}"/>
              </a:ext>
            </a:extLst>
          </p:cNvPr>
          <p:cNvSpPr/>
          <p:nvPr/>
        </p:nvSpPr>
        <p:spPr>
          <a:xfrm>
            <a:off x="8378092" y="2243910"/>
            <a:ext cx="3053528" cy="150055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a-DK" dirty="0"/>
              <a:t>Using </a:t>
            </a:r>
            <a:r>
              <a:rPr lang="da-DK" dirty="0" err="1"/>
              <a:t>dependency</a:t>
            </a:r>
            <a:r>
              <a:rPr lang="da-DK" dirty="0"/>
              <a:t> </a:t>
            </a:r>
            <a:r>
              <a:rPr lang="da-DK" dirty="0" err="1"/>
              <a:t>injection</a:t>
            </a:r>
            <a:r>
              <a:rPr lang="da-DK" dirty="0"/>
              <a:t> to </a:t>
            </a:r>
            <a:r>
              <a:rPr lang="da-DK" dirty="0" err="1"/>
              <a:t>share</a:t>
            </a:r>
            <a:r>
              <a:rPr lang="da-DK" dirty="0"/>
              <a:t> the </a:t>
            </a:r>
            <a:r>
              <a:rPr lang="da-DK" dirty="0" err="1"/>
              <a:t>dataQueue</a:t>
            </a:r>
            <a:r>
              <a:rPr lang="da-DK" dirty="0"/>
              <a:t> </a:t>
            </a:r>
            <a:r>
              <a:rPr lang="da-DK" dirty="0" err="1"/>
              <a:t>between</a:t>
            </a:r>
            <a:r>
              <a:rPr lang="da-DK" dirty="0"/>
              <a:t> producer and </a:t>
            </a:r>
            <a:r>
              <a:rPr lang="da-DK" dirty="0" err="1"/>
              <a:t>consumer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09403387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44D19A-C1EA-AEB9-8AF1-35D835965C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DEA087-EAD3-8080-3B41-B1E3DC9A86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BlockingCollection</a:t>
            </a:r>
            <a:r>
              <a:rPr lang="da-DK" dirty="0"/>
              <a:t>&lt;T&gt; - Producer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7730E3-3A4F-5809-429B-6818433B15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77847" y="1311965"/>
            <a:ext cx="3775952" cy="486499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da-DK" dirty="0" err="1"/>
              <a:t>We’ll</a:t>
            </a:r>
            <a:r>
              <a:rPr lang="da-DK" dirty="0"/>
              <a:t> </a:t>
            </a:r>
            <a:r>
              <a:rPr lang="da-DK" dirty="0" err="1"/>
              <a:t>use</a:t>
            </a:r>
            <a:r>
              <a:rPr lang="da-DK" dirty="0"/>
              <a:t> a </a:t>
            </a:r>
            <a:r>
              <a:rPr lang="da-DK" dirty="0" err="1"/>
              <a:t>BlockingCollection</a:t>
            </a:r>
            <a:r>
              <a:rPr lang="da-DK" dirty="0"/>
              <a:t> as the </a:t>
            </a:r>
            <a:r>
              <a:rPr lang="da-DK" dirty="0" err="1"/>
              <a:t>queue</a:t>
            </a:r>
            <a:r>
              <a:rPr lang="da-DK" dirty="0"/>
              <a:t>.</a:t>
            </a:r>
          </a:p>
          <a:p>
            <a:pPr marL="0" indent="0">
              <a:buNone/>
            </a:pPr>
            <a:endParaRPr lang="da-DK" dirty="0"/>
          </a:p>
          <a:p>
            <a:pPr marL="0" indent="0">
              <a:buNone/>
            </a:pPr>
            <a:r>
              <a:rPr lang="da-DK" dirty="0"/>
              <a:t>The </a:t>
            </a:r>
            <a:r>
              <a:rPr lang="da-DK" dirty="0" err="1"/>
              <a:t>BlockingCollection</a:t>
            </a:r>
            <a:r>
              <a:rPr lang="da-DK" dirty="0"/>
              <a:t> handles all </a:t>
            </a:r>
            <a:r>
              <a:rPr lang="da-DK" dirty="0" err="1"/>
              <a:t>synchronization</a:t>
            </a:r>
            <a:r>
              <a:rPr lang="da-DK" dirty="0"/>
              <a:t>.</a:t>
            </a:r>
          </a:p>
          <a:p>
            <a:pPr marL="0" indent="0">
              <a:buNone/>
            </a:pPr>
            <a:endParaRPr lang="da-DK" dirty="0"/>
          </a:p>
          <a:p>
            <a:pPr marL="0" indent="0">
              <a:buNone/>
            </a:pPr>
            <a:r>
              <a:rPr lang="da-DK" dirty="0"/>
              <a:t> </a:t>
            </a:r>
          </a:p>
          <a:p>
            <a:pPr marL="0" indent="0">
              <a:buNone/>
            </a:pPr>
            <a:r>
              <a:rPr lang="da-DK" dirty="0"/>
              <a:t> </a:t>
            </a:r>
          </a:p>
          <a:p>
            <a:pPr marL="0" indent="0">
              <a:buNone/>
            </a:pPr>
            <a:r>
              <a:rPr lang="da-DK" dirty="0"/>
              <a:t> </a:t>
            </a:r>
          </a:p>
          <a:p>
            <a:pPr marL="0" indent="0">
              <a:buNone/>
            </a:pPr>
            <a:r>
              <a:rPr lang="da-DK" dirty="0"/>
              <a:t>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3DA0B62-B965-ACC6-A66B-4185C1DCB540}"/>
              </a:ext>
            </a:extLst>
          </p:cNvPr>
          <p:cNvSpPr/>
          <p:nvPr/>
        </p:nvSpPr>
        <p:spPr>
          <a:xfrm>
            <a:off x="503364" y="1311965"/>
            <a:ext cx="6996662" cy="5400120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class Producer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private 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readonly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BlockingCollection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&lt;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DataContainer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&gt; _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dataQueue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private 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readonly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Random _random = new Random();</a:t>
            </a:r>
          </a:p>
          <a:p>
            <a:endParaRPr lang="en-US" sz="14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public Producer(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BlockingCollection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&lt;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DataContainer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&gt; 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dataQueue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{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    _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dataQueue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= 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dataQueue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}</a:t>
            </a:r>
          </a:p>
          <a:p>
            <a:endParaRPr lang="en-US" sz="14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public void Run()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{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    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int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cnt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= 50;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    while (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cnt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&gt; 0)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    {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        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int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pressure = _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random.Next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(0, 50);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        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DataContainer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reading = new 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DataContainer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();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        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reading.SetTyrePressure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(pressure);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        _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dataQueue.Add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(reading);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        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Thread.Sleep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(10);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        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cnt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--;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    }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    _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dataQueue.CompleteAdding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();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}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Arrow: Down 4">
            <a:extLst>
              <a:ext uri="{FF2B5EF4-FFF2-40B4-BE49-F238E27FC236}">
                <a16:creationId xmlns:a16="http://schemas.microsoft.com/office/drawing/2014/main" id="{DD6E77DC-3DCD-FA6C-6B4C-D970488C37A5}"/>
              </a:ext>
            </a:extLst>
          </p:cNvPr>
          <p:cNvSpPr/>
          <p:nvPr/>
        </p:nvSpPr>
        <p:spPr>
          <a:xfrm rot="4193536">
            <a:off x="7035901" y="3000729"/>
            <a:ext cx="351535" cy="260487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DF0BC07-A068-F98C-FBE8-31C5F63016B6}"/>
              </a:ext>
            </a:extLst>
          </p:cNvPr>
          <p:cNvSpPr/>
          <p:nvPr/>
        </p:nvSpPr>
        <p:spPr>
          <a:xfrm>
            <a:off x="8378092" y="2243910"/>
            <a:ext cx="3053528" cy="150055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a-DK" dirty="0" err="1"/>
              <a:t>Create</a:t>
            </a:r>
            <a:r>
              <a:rPr lang="da-DK" dirty="0"/>
              <a:t> a new </a:t>
            </a:r>
            <a:r>
              <a:rPr lang="da-DK" dirty="0" err="1"/>
              <a:t>DataContainer</a:t>
            </a:r>
            <a:r>
              <a:rPr lang="da-DK" dirty="0"/>
              <a:t> </a:t>
            </a:r>
            <a:r>
              <a:rPr lang="da-DK" dirty="0" err="1"/>
              <a:t>object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50546245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FBB80B-234B-BF09-BE69-FC2DA988DD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4011AD-BBA3-D2C3-0A68-035B6B28C4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BlockingCollection</a:t>
            </a:r>
            <a:r>
              <a:rPr lang="da-DK" dirty="0"/>
              <a:t>&lt;T&gt; - Producer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D3A6A4-2D44-B518-CC59-D7EF15E788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77847" y="1311965"/>
            <a:ext cx="3775952" cy="486499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da-DK" dirty="0" err="1"/>
              <a:t>We’ll</a:t>
            </a:r>
            <a:r>
              <a:rPr lang="da-DK" dirty="0"/>
              <a:t> </a:t>
            </a:r>
            <a:r>
              <a:rPr lang="da-DK" dirty="0" err="1"/>
              <a:t>use</a:t>
            </a:r>
            <a:r>
              <a:rPr lang="da-DK" dirty="0"/>
              <a:t> a </a:t>
            </a:r>
            <a:r>
              <a:rPr lang="da-DK" dirty="0" err="1"/>
              <a:t>BlockingCollection</a:t>
            </a:r>
            <a:r>
              <a:rPr lang="da-DK" dirty="0"/>
              <a:t> as the </a:t>
            </a:r>
            <a:r>
              <a:rPr lang="da-DK" dirty="0" err="1"/>
              <a:t>queue</a:t>
            </a:r>
            <a:r>
              <a:rPr lang="da-DK" dirty="0"/>
              <a:t>.</a:t>
            </a:r>
          </a:p>
          <a:p>
            <a:pPr marL="0" indent="0">
              <a:buNone/>
            </a:pPr>
            <a:endParaRPr lang="da-DK" dirty="0"/>
          </a:p>
          <a:p>
            <a:pPr marL="0" indent="0">
              <a:buNone/>
            </a:pPr>
            <a:r>
              <a:rPr lang="da-DK" dirty="0"/>
              <a:t>The </a:t>
            </a:r>
            <a:r>
              <a:rPr lang="da-DK" dirty="0" err="1"/>
              <a:t>BlockingCollection</a:t>
            </a:r>
            <a:r>
              <a:rPr lang="da-DK" dirty="0"/>
              <a:t> handles all </a:t>
            </a:r>
            <a:r>
              <a:rPr lang="da-DK" dirty="0" err="1"/>
              <a:t>synchronization</a:t>
            </a:r>
            <a:r>
              <a:rPr lang="da-DK" dirty="0"/>
              <a:t>.</a:t>
            </a:r>
          </a:p>
          <a:p>
            <a:pPr marL="0" indent="0">
              <a:buNone/>
            </a:pPr>
            <a:endParaRPr lang="da-DK" dirty="0"/>
          </a:p>
          <a:p>
            <a:pPr marL="0" indent="0">
              <a:buNone/>
            </a:pPr>
            <a:r>
              <a:rPr lang="da-DK" dirty="0"/>
              <a:t> </a:t>
            </a:r>
          </a:p>
          <a:p>
            <a:pPr marL="0" indent="0">
              <a:buNone/>
            </a:pPr>
            <a:r>
              <a:rPr lang="da-DK" dirty="0"/>
              <a:t> </a:t>
            </a:r>
          </a:p>
          <a:p>
            <a:pPr marL="0" indent="0">
              <a:buNone/>
            </a:pPr>
            <a:r>
              <a:rPr lang="da-DK" dirty="0"/>
              <a:t> </a:t>
            </a:r>
          </a:p>
          <a:p>
            <a:pPr marL="0" indent="0">
              <a:buNone/>
            </a:pPr>
            <a:r>
              <a:rPr lang="da-DK" dirty="0"/>
              <a:t>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39012C9-2993-1F3B-CE0F-59E683979635}"/>
              </a:ext>
            </a:extLst>
          </p:cNvPr>
          <p:cNvSpPr/>
          <p:nvPr/>
        </p:nvSpPr>
        <p:spPr>
          <a:xfrm>
            <a:off x="503364" y="1311965"/>
            <a:ext cx="6996662" cy="5400120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class Producer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private 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readonly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BlockingCollection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&lt;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DataContainer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&gt; _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dataQueue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private 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readonly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Random _random = new Random();</a:t>
            </a:r>
          </a:p>
          <a:p>
            <a:endParaRPr lang="en-US" sz="14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public Producer(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BlockingCollection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&lt;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DataContainer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&gt; 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dataQueue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{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    _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dataQueue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= 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dataQueue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}</a:t>
            </a:r>
          </a:p>
          <a:p>
            <a:endParaRPr lang="en-US" sz="14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public void Run()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{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    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int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cnt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= 50;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    while (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cnt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&gt; 0)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    {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        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int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pressure = _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random.Next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(0, 50);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        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DataContainer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reading = new 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DataContainer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();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        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reading.SetTyrePressure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(pressure);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        _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dataQueue.Add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(reading);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        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Thread.Sleep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(10);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        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cnt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--;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    }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    _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dataQueue.CompleteAdding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();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}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Arrow: Down 4">
            <a:extLst>
              <a:ext uri="{FF2B5EF4-FFF2-40B4-BE49-F238E27FC236}">
                <a16:creationId xmlns:a16="http://schemas.microsoft.com/office/drawing/2014/main" id="{87D36519-9E20-3973-B69A-0B6E4708C920}"/>
              </a:ext>
            </a:extLst>
          </p:cNvPr>
          <p:cNvSpPr/>
          <p:nvPr/>
        </p:nvSpPr>
        <p:spPr>
          <a:xfrm rot="4193536">
            <a:off x="6004747" y="2382921"/>
            <a:ext cx="351535" cy="430371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833784D-741F-E7D4-F169-5F5A65603EB9}"/>
              </a:ext>
            </a:extLst>
          </p:cNvPr>
          <p:cNvSpPr/>
          <p:nvPr/>
        </p:nvSpPr>
        <p:spPr>
          <a:xfrm>
            <a:off x="8378092" y="2243910"/>
            <a:ext cx="3053528" cy="150055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a-DK" dirty="0"/>
              <a:t>Place it in the </a:t>
            </a:r>
            <a:r>
              <a:rPr lang="da-DK" dirty="0" err="1"/>
              <a:t>queue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79752590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C40696-51E0-623E-329A-0E786BF513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FF9C23-6C8C-043A-FEF4-AD31E4F04F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BlockingCollection</a:t>
            </a:r>
            <a:r>
              <a:rPr lang="da-DK" dirty="0"/>
              <a:t>&lt;T&gt; - Producer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EC28D7-E129-3557-2C23-7E9631E0BC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77847" y="1311965"/>
            <a:ext cx="3775952" cy="486499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da-DK" dirty="0" err="1">
                <a:solidFill>
                  <a:schemeClr val="bg1">
                    <a:lumMod val="85000"/>
                  </a:schemeClr>
                </a:solidFill>
              </a:rPr>
              <a:t>We’ll</a:t>
            </a:r>
            <a:r>
              <a:rPr lang="da-DK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da-DK" dirty="0" err="1">
                <a:solidFill>
                  <a:schemeClr val="bg1">
                    <a:lumMod val="85000"/>
                  </a:schemeClr>
                </a:solidFill>
              </a:rPr>
              <a:t>use</a:t>
            </a:r>
            <a:r>
              <a:rPr lang="da-DK" dirty="0">
                <a:solidFill>
                  <a:schemeClr val="bg1">
                    <a:lumMod val="85000"/>
                  </a:schemeClr>
                </a:solidFill>
              </a:rPr>
              <a:t> a </a:t>
            </a:r>
            <a:r>
              <a:rPr lang="da-DK" dirty="0" err="1">
                <a:solidFill>
                  <a:schemeClr val="bg1">
                    <a:lumMod val="85000"/>
                  </a:schemeClr>
                </a:solidFill>
              </a:rPr>
              <a:t>BlockingCollection</a:t>
            </a:r>
            <a:r>
              <a:rPr lang="da-DK" dirty="0">
                <a:solidFill>
                  <a:schemeClr val="bg1">
                    <a:lumMod val="85000"/>
                  </a:schemeClr>
                </a:solidFill>
              </a:rPr>
              <a:t> as the </a:t>
            </a:r>
            <a:r>
              <a:rPr lang="da-DK" dirty="0" err="1">
                <a:solidFill>
                  <a:schemeClr val="bg1">
                    <a:lumMod val="85000"/>
                  </a:schemeClr>
                </a:solidFill>
              </a:rPr>
              <a:t>queue</a:t>
            </a:r>
            <a:r>
              <a:rPr lang="da-DK" dirty="0">
                <a:solidFill>
                  <a:schemeClr val="bg1">
                    <a:lumMod val="85000"/>
                  </a:schemeClr>
                </a:solidFill>
              </a:rPr>
              <a:t>.</a:t>
            </a:r>
          </a:p>
          <a:p>
            <a:pPr marL="0" indent="0">
              <a:buNone/>
            </a:pPr>
            <a:endParaRPr lang="da-DK" dirty="0">
              <a:solidFill>
                <a:schemeClr val="bg1">
                  <a:lumMod val="85000"/>
                </a:schemeClr>
              </a:solidFill>
            </a:endParaRPr>
          </a:p>
          <a:p>
            <a:pPr marL="0" indent="0">
              <a:buNone/>
            </a:pPr>
            <a:r>
              <a:rPr lang="da-DK" dirty="0">
                <a:solidFill>
                  <a:schemeClr val="bg1">
                    <a:lumMod val="85000"/>
                  </a:schemeClr>
                </a:solidFill>
              </a:rPr>
              <a:t>The </a:t>
            </a:r>
            <a:r>
              <a:rPr lang="da-DK" dirty="0" err="1">
                <a:solidFill>
                  <a:schemeClr val="bg1">
                    <a:lumMod val="85000"/>
                  </a:schemeClr>
                </a:solidFill>
              </a:rPr>
              <a:t>BlockingCollection</a:t>
            </a:r>
            <a:r>
              <a:rPr lang="da-DK" dirty="0">
                <a:solidFill>
                  <a:schemeClr val="bg1">
                    <a:lumMod val="85000"/>
                  </a:schemeClr>
                </a:solidFill>
              </a:rPr>
              <a:t> handles all </a:t>
            </a:r>
            <a:r>
              <a:rPr lang="da-DK" dirty="0" err="1">
                <a:solidFill>
                  <a:schemeClr val="bg1">
                    <a:lumMod val="85000"/>
                  </a:schemeClr>
                </a:solidFill>
              </a:rPr>
              <a:t>synchronization</a:t>
            </a:r>
            <a:r>
              <a:rPr lang="da-DK" dirty="0">
                <a:solidFill>
                  <a:schemeClr val="bg1">
                    <a:lumMod val="85000"/>
                  </a:schemeClr>
                </a:solidFill>
              </a:rPr>
              <a:t>.</a:t>
            </a:r>
          </a:p>
          <a:p>
            <a:pPr marL="0" indent="0">
              <a:buNone/>
            </a:pPr>
            <a:endParaRPr lang="da-DK" dirty="0"/>
          </a:p>
          <a:p>
            <a:pPr marL="0" indent="0">
              <a:buNone/>
            </a:pPr>
            <a:r>
              <a:rPr lang="da-DK" dirty="0" err="1"/>
              <a:t>Calling</a:t>
            </a:r>
            <a:r>
              <a:rPr lang="da-DK" dirty="0"/>
              <a:t> </a:t>
            </a:r>
            <a:r>
              <a:rPr lang="da-DK" dirty="0" err="1"/>
              <a:t>CompleteAdding</a:t>
            </a:r>
            <a:r>
              <a:rPr lang="da-DK" dirty="0"/>
              <a:t>() signals to the receiver, </a:t>
            </a:r>
            <a:r>
              <a:rPr lang="da-DK" dirty="0" err="1"/>
              <a:t>that</a:t>
            </a:r>
            <a:r>
              <a:rPr lang="da-DK" dirty="0"/>
              <a:t> it </a:t>
            </a:r>
            <a:r>
              <a:rPr lang="da-DK" dirty="0" err="1"/>
              <a:t>shall</a:t>
            </a:r>
            <a:r>
              <a:rPr lang="da-DK" dirty="0"/>
              <a:t> </a:t>
            </a:r>
            <a:r>
              <a:rPr lang="da-DK" dirty="0" err="1"/>
              <a:t>expect</a:t>
            </a:r>
            <a:r>
              <a:rPr lang="da-DK" dirty="0"/>
              <a:t> no more data.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B46B302-0825-4125-E5F0-635FEA63B7D6}"/>
              </a:ext>
            </a:extLst>
          </p:cNvPr>
          <p:cNvSpPr/>
          <p:nvPr/>
        </p:nvSpPr>
        <p:spPr>
          <a:xfrm>
            <a:off x="503364" y="1311965"/>
            <a:ext cx="6996662" cy="5400120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class Producer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private 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readonly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BlockingCollection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&lt;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DataContainer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&gt; _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dataQueue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private 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readonly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Random _random = new Random();</a:t>
            </a:r>
          </a:p>
          <a:p>
            <a:endParaRPr lang="en-US" sz="14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public Producer(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BlockingCollection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&lt;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DataContainer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&gt; 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dataQueue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{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    _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dataQueue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= 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dataQueue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}</a:t>
            </a:r>
          </a:p>
          <a:p>
            <a:endParaRPr lang="en-US" sz="14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public void Run()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{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    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int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cnt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= 50;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    while (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cnt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&gt; 0)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    {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        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int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pressure = _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random.Next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(0, 50);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        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DataContainer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reading = new 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DataContainer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();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        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reading.SetTyrePressure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(pressure);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        _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dataQueue.Add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(reading);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        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Thread.Sleep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(10);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        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cnt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--;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    }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    _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dataQueue.CompleteAdding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();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}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Arrow: Down 4">
            <a:extLst>
              <a:ext uri="{FF2B5EF4-FFF2-40B4-BE49-F238E27FC236}">
                <a16:creationId xmlns:a16="http://schemas.microsoft.com/office/drawing/2014/main" id="{653A78C6-FAF3-B2F5-2BB8-9E4368D4B9FD}"/>
              </a:ext>
            </a:extLst>
          </p:cNvPr>
          <p:cNvSpPr/>
          <p:nvPr/>
        </p:nvSpPr>
        <p:spPr>
          <a:xfrm rot="4193536">
            <a:off x="5708237" y="3760840"/>
            <a:ext cx="351535" cy="355568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83739646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BlockingCollection</a:t>
            </a:r>
            <a:r>
              <a:rPr lang="da-DK" dirty="0"/>
              <a:t>&lt;T&gt; - Consumer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577847" y="1311965"/>
            <a:ext cx="3775952" cy="486499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a-DK" dirty="0"/>
              <a:t>The </a:t>
            </a:r>
            <a:r>
              <a:rPr lang="da-DK" dirty="0" err="1"/>
              <a:t>consumer</a:t>
            </a:r>
            <a:r>
              <a:rPr lang="da-DK" dirty="0"/>
              <a:t> </a:t>
            </a:r>
            <a:r>
              <a:rPr lang="da-DK" dirty="0" err="1"/>
              <a:t>takes</a:t>
            </a:r>
            <a:r>
              <a:rPr lang="da-DK" dirty="0"/>
              <a:t> data from the </a:t>
            </a:r>
            <a:r>
              <a:rPr lang="da-DK" dirty="0" err="1"/>
              <a:t>queue</a:t>
            </a:r>
            <a:r>
              <a:rPr lang="da-DK" dirty="0"/>
              <a:t>, </a:t>
            </a:r>
            <a:r>
              <a:rPr lang="da-DK" dirty="0" err="1"/>
              <a:t>until</a:t>
            </a:r>
            <a:r>
              <a:rPr lang="da-DK" dirty="0"/>
              <a:t> </a:t>
            </a:r>
            <a:r>
              <a:rPr lang="da-DK" dirty="0" err="1"/>
              <a:t>IsCompleted</a:t>
            </a:r>
            <a:r>
              <a:rPr lang="da-DK" dirty="0"/>
              <a:t> is set to true (by </a:t>
            </a:r>
            <a:r>
              <a:rPr lang="da-DK" dirty="0" err="1"/>
              <a:t>CompleteAdding</a:t>
            </a:r>
            <a:r>
              <a:rPr lang="da-DK" dirty="0"/>
              <a:t>() by the producer).</a:t>
            </a:r>
          </a:p>
          <a:p>
            <a:pPr marL="0" indent="0">
              <a:buNone/>
            </a:pPr>
            <a:endParaRPr lang="da-DK" dirty="0"/>
          </a:p>
          <a:p>
            <a:pPr marL="0" indent="0">
              <a:buNone/>
            </a:pPr>
            <a:endParaRPr lang="da-DK" dirty="0"/>
          </a:p>
          <a:p>
            <a:pPr marL="0" indent="0">
              <a:buNone/>
            </a:pPr>
            <a:endParaRPr lang="da-DK" dirty="0"/>
          </a:p>
          <a:p>
            <a:pPr marL="0" indent="0">
              <a:buNone/>
            </a:pPr>
            <a:endParaRPr lang="da-DK" dirty="0"/>
          </a:p>
          <a:p>
            <a:pPr marL="0" indent="0">
              <a:buNone/>
            </a:pPr>
            <a:r>
              <a:rPr lang="da-DK" dirty="0"/>
              <a:t> </a:t>
            </a:r>
          </a:p>
        </p:txBody>
      </p:sp>
      <p:sp>
        <p:nvSpPr>
          <p:cNvPr id="4" name="Rectangle 3"/>
          <p:cNvSpPr/>
          <p:nvPr/>
        </p:nvSpPr>
        <p:spPr>
          <a:xfrm>
            <a:off x="503364" y="1311965"/>
            <a:ext cx="6996662" cy="5400120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class Consumer</a:t>
            </a: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private 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readonly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BlockingCollection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&lt;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DataContainer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&gt; _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dataQueue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;</a:t>
            </a:r>
          </a:p>
          <a:p>
            <a:endParaRPr lang="en-US" sz="12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public Consumer(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BlockingCollection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&lt;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DataContainer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&gt; 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dataQueue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{</a:t>
            </a: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    _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dataQueue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= 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dataQueue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}</a:t>
            </a:r>
          </a:p>
          <a:p>
            <a:endParaRPr lang="en-US" sz="12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public void Run()</a:t>
            </a: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{</a:t>
            </a: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    while (!_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dataQueue.IsCompleted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    {</a:t>
            </a: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        try</a:t>
            </a: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        {</a:t>
            </a: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            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var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container = _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dataQueue.Take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();</a:t>
            </a: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            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int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pressure = 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container.GetTyrePressure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();</a:t>
            </a: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            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System.Console.WriteLine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("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Tyre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pressure: {0}", pressure);</a:t>
            </a: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        }</a:t>
            </a: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        catch (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InvalidOperationException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        {</a:t>
            </a: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            // IOE means that Take() was called on a completed collection.</a:t>
            </a: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        }</a:t>
            </a: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    }</a:t>
            </a: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    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System.Console.WriteLine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("No more data expected");</a:t>
            </a: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}</a:t>
            </a: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33688997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C79273-3E86-54FD-2391-74D5D09B49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1DB042-0A87-14A5-9B09-09948D4FC3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BlockingCollection</a:t>
            </a:r>
            <a:r>
              <a:rPr lang="da-DK" dirty="0"/>
              <a:t>&lt;T&gt; - Consumer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906A26-E7A2-4A2D-4E37-5AADBBA9CD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77847" y="1311965"/>
            <a:ext cx="3775952" cy="486499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a-DK" dirty="0"/>
              <a:t>The </a:t>
            </a:r>
            <a:r>
              <a:rPr lang="da-DK" dirty="0" err="1"/>
              <a:t>consumer</a:t>
            </a:r>
            <a:r>
              <a:rPr lang="da-DK" dirty="0"/>
              <a:t> </a:t>
            </a:r>
            <a:r>
              <a:rPr lang="da-DK" dirty="0" err="1"/>
              <a:t>takes</a:t>
            </a:r>
            <a:r>
              <a:rPr lang="da-DK" dirty="0"/>
              <a:t> data from the </a:t>
            </a:r>
            <a:r>
              <a:rPr lang="da-DK" dirty="0" err="1"/>
              <a:t>queue</a:t>
            </a:r>
            <a:r>
              <a:rPr lang="da-DK" dirty="0"/>
              <a:t>, </a:t>
            </a:r>
            <a:r>
              <a:rPr lang="da-DK" dirty="0" err="1"/>
              <a:t>until</a:t>
            </a:r>
            <a:r>
              <a:rPr lang="da-DK" dirty="0"/>
              <a:t> </a:t>
            </a:r>
            <a:r>
              <a:rPr lang="da-DK" dirty="0" err="1"/>
              <a:t>IsCompleted</a:t>
            </a:r>
            <a:r>
              <a:rPr lang="da-DK" dirty="0"/>
              <a:t> is set to true (by </a:t>
            </a:r>
            <a:r>
              <a:rPr lang="da-DK" dirty="0" err="1"/>
              <a:t>CompleteAdding</a:t>
            </a:r>
            <a:r>
              <a:rPr lang="da-DK" dirty="0"/>
              <a:t>() by the producer).</a:t>
            </a:r>
          </a:p>
          <a:p>
            <a:pPr marL="0" indent="0">
              <a:buNone/>
            </a:pPr>
            <a:endParaRPr lang="da-DK" dirty="0"/>
          </a:p>
          <a:p>
            <a:pPr marL="0" indent="0">
              <a:buNone/>
            </a:pPr>
            <a:endParaRPr lang="da-DK" dirty="0"/>
          </a:p>
          <a:p>
            <a:pPr marL="0" indent="0">
              <a:buNone/>
            </a:pPr>
            <a:endParaRPr lang="da-DK" dirty="0"/>
          </a:p>
          <a:p>
            <a:pPr marL="0" indent="0">
              <a:buNone/>
            </a:pPr>
            <a:endParaRPr lang="da-DK" dirty="0"/>
          </a:p>
          <a:p>
            <a:pPr marL="0" indent="0">
              <a:buNone/>
            </a:pPr>
            <a:r>
              <a:rPr lang="da-DK" dirty="0"/>
              <a:t>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36EB639-81A5-B158-8256-F223850CC049}"/>
              </a:ext>
            </a:extLst>
          </p:cNvPr>
          <p:cNvSpPr/>
          <p:nvPr/>
        </p:nvSpPr>
        <p:spPr>
          <a:xfrm>
            <a:off x="503364" y="1311965"/>
            <a:ext cx="6996662" cy="5400120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class Consumer</a:t>
            </a: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private 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readonly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BlockingCollection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&lt;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DataContainer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&gt; _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dataQueue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;</a:t>
            </a:r>
          </a:p>
          <a:p>
            <a:endParaRPr lang="en-US" sz="12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public Consumer(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BlockingCollection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&lt;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DataContainer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&gt; 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dataQueue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{</a:t>
            </a: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    _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dataQueue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= 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dataQueue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}</a:t>
            </a:r>
          </a:p>
          <a:p>
            <a:endParaRPr lang="en-US" sz="12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public void Run()</a:t>
            </a: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{</a:t>
            </a: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    while (!_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dataQueue.IsCompleted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    {</a:t>
            </a: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        try</a:t>
            </a: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        {</a:t>
            </a: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            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var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container = _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dataQueue.Take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();</a:t>
            </a: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            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int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pressure = 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container.GetTyrePressure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();</a:t>
            </a: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            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System.Console.WriteLine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("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Tyre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pressure: {0}", pressure);</a:t>
            </a: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        }</a:t>
            </a: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        catch (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InvalidOperationException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        {</a:t>
            </a: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            // IOE means that Take() was called on a completed collection.</a:t>
            </a: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        }</a:t>
            </a: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    }</a:t>
            </a: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    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System.Console.WriteLine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("No more data expected");</a:t>
            </a: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}</a:t>
            </a: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Arrow: Down 6">
            <a:extLst>
              <a:ext uri="{FF2B5EF4-FFF2-40B4-BE49-F238E27FC236}">
                <a16:creationId xmlns:a16="http://schemas.microsoft.com/office/drawing/2014/main" id="{3F7393BB-C138-EA2E-5FEF-007704A9DB36}"/>
              </a:ext>
            </a:extLst>
          </p:cNvPr>
          <p:cNvSpPr/>
          <p:nvPr/>
        </p:nvSpPr>
        <p:spPr>
          <a:xfrm rot="6099898">
            <a:off x="7046836" y="1647329"/>
            <a:ext cx="351535" cy="221063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E9C83210-552C-7494-F1EA-54EEEF8CEB2D}"/>
              </a:ext>
            </a:extLst>
          </p:cNvPr>
          <p:cNvSpPr/>
          <p:nvPr/>
        </p:nvSpPr>
        <p:spPr>
          <a:xfrm>
            <a:off x="8378092" y="2243910"/>
            <a:ext cx="3053528" cy="150055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a-DK" dirty="0"/>
              <a:t>Using </a:t>
            </a:r>
            <a:r>
              <a:rPr lang="da-DK" dirty="0" err="1"/>
              <a:t>dependency</a:t>
            </a:r>
            <a:r>
              <a:rPr lang="da-DK" dirty="0"/>
              <a:t> </a:t>
            </a:r>
            <a:r>
              <a:rPr lang="da-DK" dirty="0" err="1"/>
              <a:t>injection</a:t>
            </a:r>
            <a:r>
              <a:rPr lang="da-DK" dirty="0"/>
              <a:t> to </a:t>
            </a:r>
            <a:r>
              <a:rPr lang="da-DK" dirty="0" err="1"/>
              <a:t>share</a:t>
            </a:r>
            <a:r>
              <a:rPr lang="da-DK" dirty="0"/>
              <a:t> the </a:t>
            </a:r>
            <a:r>
              <a:rPr lang="da-DK" dirty="0" err="1"/>
              <a:t>dataQueue</a:t>
            </a:r>
            <a:r>
              <a:rPr lang="da-DK" dirty="0"/>
              <a:t> </a:t>
            </a:r>
            <a:r>
              <a:rPr lang="da-DK" dirty="0" err="1"/>
              <a:t>between</a:t>
            </a:r>
            <a:r>
              <a:rPr lang="da-DK" dirty="0"/>
              <a:t> producer and </a:t>
            </a:r>
            <a:r>
              <a:rPr lang="da-DK" dirty="0" err="1"/>
              <a:t>consumer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409901935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D80EE4-E69E-4F86-EECC-C049DB902B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657268-8EC7-8915-8C3D-8F196C623E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BlockingCollection</a:t>
            </a:r>
            <a:r>
              <a:rPr lang="da-DK" dirty="0"/>
              <a:t>&lt;T&gt; - Consumer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587CC6-1779-A441-1415-F5A73B88EC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77847" y="1311965"/>
            <a:ext cx="3775952" cy="486499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a-DK" dirty="0"/>
              <a:t>The </a:t>
            </a:r>
            <a:r>
              <a:rPr lang="da-DK" dirty="0" err="1"/>
              <a:t>consumer</a:t>
            </a:r>
            <a:r>
              <a:rPr lang="da-DK" dirty="0"/>
              <a:t> </a:t>
            </a:r>
            <a:r>
              <a:rPr lang="da-DK" dirty="0" err="1"/>
              <a:t>takes</a:t>
            </a:r>
            <a:r>
              <a:rPr lang="da-DK" dirty="0"/>
              <a:t> data from the </a:t>
            </a:r>
            <a:r>
              <a:rPr lang="da-DK" dirty="0" err="1"/>
              <a:t>queue</a:t>
            </a:r>
            <a:r>
              <a:rPr lang="da-DK" dirty="0"/>
              <a:t>, </a:t>
            </a:r>
            <a:r>
              <a:rPr lang="da-DK" dirty="0" err="1"/>
              <a:t>until</a:t>
            </a:r>
            <a:r>
              <a:rPr lang="da-DK" dirty="0"/>
              <a:t> </a:t>
            </a:r>
            <a:r>
              <a:rPr lang="da-DK" dirty="0" err="1"/>
              <a:t>IsCompleted</a:t>
            </a:r>
            <a:r>
              <a:rPr lang="da-DK" dirty="0"/>
              <a:t> is set to true (by </a:t>
            </a:r>
            <a:r>
              <a:rPr lang="da-DK" dirty="0" err="1"/>
              <a:t>CompleteAdding</a:t>
            </a:r>
            <a:r>
              <a:rPr lang="da-DK" dirty="0"/>
              <a:t>() by the producer).</a:t>
            </a:r>
          </a:p>
          <a:p>
            <a:pPr marL="0" indent="0">
              <a:buNone/>
            </a:pPr>
            <a:endParaRPr lang="da-DK" dirty="0"/>
          </a:p>
          <a:p>
            <a:pPr marL="0" indent="0">
              <a:buNone/>
            </a:pPr>
            <a:endParaRPr lang="da-DK" dirty="0"/>
          </a:p>
          <a:p>
            <a:pPr marL="0" indent="0">
              <a:buNone/>
            </a:pPr>
            <a:endParaRPr lang="da-DK" dirty="0"/>
          </a:p>
          <a:p>
            <a:pPr marL="0" indent="0">
              <a:buNone/>
            </a:pPr>
            <a:endParaRPr lang="da-DK" dirty="0"/>
          </a:p>
          <a:p>
            <a:pPr marL="0" indent="0">
              <a:buNone/>
            </a:pPr>
            <a:r>
              <a:rPr lang="da-DK" dirty="0"/>
              <a:t>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B7027CB-0A1B-8335-34BF-47409A6A4512}"/>
              </a:ext>
            </a:extLst>
          </p:cNvPr>
          <p:cNvSpPr/>
          <p:nvPr/>
        </p:nvSpPr>
        <p:spPr>
          <a:xfrm>
            <a:off x="503364" y="1311965"/>
            <a:ext cx="6996662" cy="5400120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class Consumer</a:t>
            </a: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private 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readonly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BlockingCollection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&lt;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DataContainer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&gt; _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dataQueue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;</a:t>
            </a:r>
          </a:p>
          <a:p>
            <a:endParaRPr lang="en-US" sz="12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public Consumer(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BlockingCollection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&lt;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DataContainer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&gt; 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dataQueue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{</a:t>
            </a: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    _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dataQueue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= 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dataQueue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}</a:t>
            </a:r>
          </a:p>
          <a:p>
            <a:endParaRPr lang="en-US" sz="12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public void Run()</a:t>
            </a: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{</a:t>
            </a: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    while (!_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dataQueue.IsCompleted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    {</a:t>
            </a: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        try</a:t>
            </a: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        {</a:t>
            </a: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            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var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container = _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dataQueue.Take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();</a:t>
            </a: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            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int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pressure = 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container.GetTyrePressure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();</a:t>
            </a: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            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System.Console.WriteLine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("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Tyre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pressure: {0}", pressure);</a:t>
            </a: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        }</a:t>
            </a: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        catch (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InvalidOperationException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        {</a:t>
            </a: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            // IOE means that Take() was called on a completed collection.</a:t>
            </a: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        }</a:t>
            </a: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    }</a:t>
            </a: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    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System.Console.WriteLine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("No more data expected");</a:t>
            </a: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}</a:t>
            </a: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Arrow: Down 6">
            <a:extLst>
              <a:ext uri="{FF2B5EF4-FFF2-40B4-BE49-F238E27FC236}">
                <a16:creationId xmlns:a16="http://schemas.microsoft.com/office/drawing/2014/main" id="{A61461A1-95F3-939C-25EA-8B1408DFF8F6}"/>
              </a:ext>
            </a:extLst>
          </p:cNvPr>
          <p:cNvSpPr/>
          <p:nvPr/>
        </p:nvSpPr>
        <p:spPr>
          <a:xfrm rot="4875555">
            <a:off x="5950953" y="1140654"/>
            <a:ext cx="351535" cy="437934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4118721-BDE1-C620-488F-E40C578037E3}"/>
              </a:ext>
            </a:extLst>
          </p:cNvPr>
          <p:cNvSpPr/>
          <p:nvPr/>
        </p:nvSpPr>
        <p:spPr>
          <a:xfrm>
            <a:off x="8378092" y="2243910"/>
            <a:ext cx="3053528" cy="150055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a-DK" dirty="0"/>
              <a:t>If </a:t>
            </a:r>
            <a:r>
              <a:rPr lang="da-DK" dirty="0" err="1"/>
              <a:t>CompleteAdding</a:t>
            </a:r>
            <a:r>
              <a:rPr lang="da-DK" dirty="0"/>
              <a:t>() has </a:t>
            </a:r>
            <a:r>
              <a:rPr lang="da-DK" dirty="0" err="1"/>
              <a:t>been</a:t>
            </a:r>
            <a:r>
              <a:rPr lang="da-DK" dirty="0"/>
              <a:t> </a:t>
            </a:r>
            <a:r>
              <a:rPr lang="da-DK" dirty="0" err="1"/>
              <a:t>called</a:t>
            </a:r>
            <a:r>
              <a:rPr lang="da-DK" dirty="0"/>
              <a:t> on the </a:t>
            </a:r>
            <a:r>
              <a:rPr lang="da-DK" dirty="0" err="1"/>
              <a:t>queue</a:t>
            </a:r>
            <a:r>
              <a:rPr lang="da-DK" dirty="0"/>
              <a:t>, </a:t>
            </a:r>
            <a:r>
              <a:rPr lang="da-DK" dirty="0" err="1"/>
              <a:t>IsCompleted</a:t>
            </a:r>
            <a:r>
              <a:rPr lang="da-DK" dirty="0"/>
              <a:t> </a:t>
            </a:r>
            <a:r>
              <a:rPr lang="da-DK" dirty="0" err="1"/>
              <a:t>will</a:t>
            </a:r>
            <a:r>
              <a:rPr lang="da-DK" dirty="0"/>
              <a:t> </a:t>
            </a:r>
            <a:r>
              <a:rPr lang="da-DK" dirty="0" err="1"/>
              <a:t>be</a:t>
            </a:r>
            <a:r>
              <a:rPr lang="da-DK" dirty="0"/>
              <a:t> TRUE</a:t>
            </a:r>
          </a:p>
        </p:txBody>
      </p:sp>
    </p:spTree>
    <p:extLst>
      <p:ext uri="{BB962C8B-B14F-4D97-AF65-F5344CB8AC3E}">
        <p14:creationId xmlns:p14="http://schemas.microsoft.com/office/powerpoint/2010/main" val="244266982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757E17-F051-3F87-64B8-26E17E87E3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A2BDA2-D5F9-D6D8-0315-0A1C609852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BlockingCollection</a:t>
            </a:r>
            <a:r>
              <a:rPr lang="da-DK" dirty="0"/>
              <a:t>&lt;T&gt; - Consumer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0CC23B-0650-090C-2963-95F0A1919D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77847" y="1311965"/>
            <a:ext cx="3775952" cy="486499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a-DK" dirty="0"/>
              <a:t>The </a:t>
            </a:r>
            <a:r>
              <a:rPr lang="da-DK" dirty="0" err="1"/>
              <a:t>consumer</a:t>
            </a:r>
            <a:r>
              <a:rPr lang="da-DK" dirty="0"/>
              <a:t> </a:t>
            </a:r>
            <a:r>
              <a:rPr lang="da-DK" dirty="0" err="1"/>
              <a:t>takes</a:t>
            </a:r>
            <a:r>
              <a:rPr lang="da-DK" dirty="0"/>
              <a:t> data from the </a:t>
            </a:r>
            <a:r>
              <a:rPr lang="da-DK" dirty="0" err="1"/>
              <a:t>queue</a:t>
            </a:r>
            <a:r>
              <a:rPr lang="da-DK" dirty="0"/>
              <a:t>, </a:t>
            </a:r>
            <a:r>
              <a:rPr lang="da-DK" dirty="0" err="1"/>
              <a:t>until</a:t>
            </a:r>
            <a:r>
              <a:rPr lang="da-DK" dirty="0"/>
              <a:t> </a:t>
            </a:r>
            <a:r>
              <a:rPr lang="da-DK" dirty="0" err="1"/>
              <a:t>IsCompleted</a:t>
            </a:r>
            <a:r>
              <a:rPr lang="da-DK" dirty="0"/>
              <a:t> is set to true (by </a:t>
            </a:r>
            <a:r>
              <a:rPr lang="da-DK" dirty="0" err="1"/>
              <a:t>CompleteAdding</a:t>
            </a:r>
            <a:r>
              <a:rPr lang="da-DK" dirty="0"/>
              <a:t>() by the producer).</a:t>
            </a:r>
          </a:p>
          <a:p>
            <a:pPr marL="0" indent="0">
              <a:buNone/>
            </a:pPr>
            <a:endParaRPr lang="da-DK" dirty="0"/>
          </a:p>
          <a:p>
            <a:pPr marL="0" indent="0">
              <a:buNone/>
            </a:pPr>
            <a:endParaRPr lang="da-DK" dirty="0"/>
          </a:p>
          <a:p>
            <a:pPr marL="0" indent="0">
              <a:buNone/>
            </a:pPr>
            <a:endParaRPr lang="da-DK" dirty="0"/>
          </a:p>
          <a:p>
            <a:pPr marL="0" indent="0">
              <a:buNone/>
            </a:pPr>
            <a:endParaRPr lang="da-DK" dirty="0"/>
          </a:p>
          <a:p>
            <a:pPr marL="0" indent="0">
              <a:buNone/>
            </a:pPr>
            <a:r>
              <a:rPr lang="da-DK" dirty="0"/>
              <a:t>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E0B117E-3552-0493-3714-0E59896D8D17}"/>
              </a:ext>
            </a:extLst>
          </p:cNvPr>
          <p:cNvSpPr/>
          <p:nvPr/>
        </p:nvSpPr>
        <p:spPr>
          <a:xfrm>
            <a:off x="503364" y="1311965"/>
            <a:ext cx="6996662" cy="5400120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class Consumer</a:t>
            </a: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private 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readonly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BlockingCollection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&lt;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DataContainer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&gt; _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dataQueue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;</a:t>
            </a:r>
          </a:p>
          <a:p>
            <a:endParaRPr lang="en-US" sz="12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public Consumer(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BlockingCollection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&lt;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DataContainer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&gt; 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dataQueue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{</a:t>
            </a: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    _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dataQueue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= 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dataQueue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}</a:t>
            </a:r>
          </a:p>
          <a:p>
            <a:endParaRPr lang="en-US" sz="12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public void Run()</a:t>
            </a: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{</a:t>
            </a: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    while (!_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dataQueue.IsCompleted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    {</a:t>
            </a: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        try</a:t>
            </a: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        {</a:t>
            </a: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            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var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container = _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dataQueue.Take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();</a:t>
            </a: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            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int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pressure = 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container.GetTyrePressure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();</a:t>
            </a: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            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System.Console.WriteLine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("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Tyre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pressure: {0}", pressure);</a:t>
            </a: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        }</a:t>
            </a: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        catch (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InvalidOperationException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        {</a:t>
            </a: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            // IOE means that Take() was called on a completed collection.</a:t>
            </a: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        }</a:t>
            </a: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    }</a:t>
            </a: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    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System.Console.WriteLine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("No more data expected");</a:t>
            </a: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}</a:t>
            </a: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Arrow: Down 6">
            <a:extLst>
              <a:ext uri="{FF2B5EF4-FFF2-40B4-BE49-F238E27FC236}">
                <a16:creationId xmlns:a16="http://schemas.microsoft.com/office/drawing/2014/main" id="{0E914EE5-B8B1-43E9-BE6F-696E7C9F9A8B}"/>
              </a:ext>
            </a:extLst>
          </p:cNvPr>
          <p:cNvSpPr/>
          <p:nvPr/>
        </p:nvSpPr>
        <p:spPr>
          <a:xfrm rot="4565487">
            <a:off x="6332865" y="2266965"/>
            <a:ext cx="351535" cy="3363184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1C9ACF55-37B7-93ED-4FE7-ED4864035163}"/>
              </a:ext>
            </a:extLst>
          </p:cNvPr>
          <p:cNvSpPr/>
          <p:nvPr/>
        </p:nvSpPr>
        <p:spPr>
          <a:xfrm>
            <a:off x="8378092" y="2243910"/>
            <a:ext cx="3053528" cy="215615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a-DK" dirty="0"/>
              <a:t>Take the </a:t>
            </a:r>
            <a:r>
              <a:rPr lang="da-DK" dirty="0" err="1"/>
              <a:t>next</a:t>
            </a:r>
            <a:r>
              <a:rPr lang="da-DK" dirty="0"/>
              <a:t> </a:t>
            </a:r>
            <a:r>
              <a:rPr lang="da-DK" dirty="0" err="1"/>
              <a:t>object</a:t>
            </a:r>
            <a:r>
              <a:rPr lang="da-DK" dirty="0"/>
              <a:t> from the </a:t>
            </a:r>
            <a:r>
              <a:rPr lang="da-DK" dirty="0" err="1"/>
              <a:t>queue</a:t>
            </a:r>
            <a:r>
              <a:rPr lang="da-DK" dirty="0"/>
              <a:t>.</a:t>
            </a:r>
          </a:p>
          <a:p>
            <a:pPr algn="ctr"/>
            <a:r>
              <a:rPr lang="da-DK" dirty="0"/>
              <a:t>If the </a:t>
            </a:r>
            <a:r>
              <a:rPr lang="da-DK" dirty="0" err="1"/>
              <a:t>queue</a:t>
            </a:r>
            <a:r>
              <a:rPr lang="da-DK" dirty="0"/>
              <a:t> is </a:t>
            </a:r>
            <a:r>
              <a:rPr lang="da-DK" dirty="0" err="1"/>
              <a:t>empty</a:t>
            </a:r>
            <a:r>
              <a:rPr lang="da-DK" dirty="0"/>
              <a:t>, the </a:t>
            </a:r>
            <a:r>
              <a:rPr lang="da-DK" dirty="0" err="1"/>
              <a:t>call</a:t>
            </a:r>
            <a:r>
              <a:rPr lang="da-DK" dirty="0"/>
              <a:t> </a:t>
            </a:r>
            <a:r>
              <a:rPr lang="da-DK" dirty="0" err="1"/>
              <a:t>will</a:t>
            </a:r>
            <a:r>
              <a:rPr lang="da-DK" dirty="0"/>
              <a:t> </a:t>
            </a:r>
            <a:r>
              <a:rPr lang="da-DK" dirty="0" err="1"/>
              <a:t>block</a:t>
            </a:r>
            <a:r>
              <a:rPr lang="da-DK" dirty="0"/>
              <a:t> and the program </a:t>
            </a:r>
            <a:r>
              <a:rPr lang="da-DK" dirty="0" err="1"/>
              <a:t>waits</a:t>
            </a:r>
            <a:r>
              <a:rPr lang="da-DK" dirty="0"/>
              <a:t> </a:t>
            </a:r>
            <a:r>
              <a:rPr lang="da-DK" dirty="0" err="1"/>
              <a:t>here</a:t>
            </a:r>
            <a:r>
              <a:rPr lang="da-DK" dirty="0"/>
              <a:t> </a:t>
            </a:r>
            <a:r>
              <a:rPr lang="da-DK" dirty="0" err="1"/>
              <a:t>until</a:t>
            </a:r>
            <a:r>
              <a:rPr lang="da-DK" dirty="0"/>
              <a:t> an </a:t>
            </a:r>
            <a:r>
              <a:rPr lang="da-DK" dirty="0" err="1"/>
              <a:t>object</a:t>
            </a:r>
            <a:r>
              <a:rPr lang="da-DK" dirty="0"/>
              <a:t> </a:t>
            </a:r>
            <a:r>
              <a:rPr lang="da-DK" dirty="0" err="1"/>
              <a:t>becomes</a:t>
            </a:r>
            <a:r>
              <a:rPr lang="da-DK" dirty="0"/>
              <a:t> </a:t>
            </a:r>
            <a:r>
              <a:rPr lang="da-DK" dirty="0" err="1"/>
              <a:t>available</a:t>
            </a:r>
            <a:r>
              <a:rPr lang="da-DK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9809418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899EE6-EA7C-F0BC-4A1C-08F4D11BD7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3639A4-9C4A-B161-9A15-35938177B9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BlockingCollection</a:t>
            </a:r>
            <a:r>
              <a:rPr lang="da-DK" dirty="0"/>
              <a:t>&lt;T&gt; - Consumer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654719-E35B-4181-16D4-DDC2AC3FF5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77847" y="1311965"/>
            <a:ext cx="3775952" cy="486499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a-DK" dirty="0">
                <a:solidFill>
                  <a:schemeClr val="bg1">
                    <a:lumMod val="85000"/>
                  </a:schemeClr>
                </a:solidFill>
              </a:rPr>
              <a:t>The </a:t>
            </a:r>
            <a:r>
              <a:rPr lang="da-DK" dirty="0" err="1">
                <a:solidFill>
                  <a:schemeClr val="bg1">
                    <a:lumMod val="85000"/>
                  </a:schemeClr>
                </a:solidFill>
              </a:rPr>
              <a:t>consumer</a:t>
            </a:r>
            <a:r>
              <a:rPr lang="da-DK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da-DK" dirty="0" err="1">
                <a:solidFill>
                  <a:schemeClr val="bg1">
                    <a:lumMod val="85000"/>
                  </a:schemeClr>
                </a:solidFill>
              </a:rPr>
              <a:t>takes</a:t>
            </a:r>
            <a:r>
              <a:rPr lang="da-DK" dirty="0">
                <a:solidFill>
                  <a:schemeClr val="bg1">
                    <a:lumMod val="85000"/>
                  </a:schemeClr>
                </a:solidFill>
              </a:rPr>
              <a:t> data from the </a:t>
            </a:r>
            <a:r>
              <a:rPr lang="da-DK" dirty="0" err="1">
                <a:solidFill>
                  <a:schemeClr val="bg1">
                    <a:lumMod val="85000"/>
                  </a:schemeClr>
                </a:solidFill>
              </a:rPr>
              <a:t>queue</a:t>
            </a:r>
            <a:r>
              <a:rPr lang="da-DK" dirty="0">
                <a:solidFill>
                  <a:schemeClr val="bg1">
                    <a:lumMod val="85000"/>
                  </a:schemeClr>
                </a:solidFill>
              </a:rPr>
              <a:t>, </a:t>
            </a:r>
            <a:r>
              <a:rPr lang="da-DK" dirty="0" err="1">
                <a:solidFill>
                  <a:schemeClr val="bg1">
                    <a:lumMod val="85000"/>
                  </a:schemeClr>
                </a:solidFill>
              </a:rPr>
              <a:t>until</a:t>
            </a:r>
            <a:r>
              <a:rPr lang="da-DK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da-DK" dirty="0" err="1">
                <a:solidFill>
                  <a:schemeClr val="bg1">
                    <a:lumMod val="85000"/>
                  </a:schemeClr>
                </a:solidFill>
              </a:rPr>
              <a:t>IsCompleted</a:t>
            </a:r>
            <a:r>
              <a:rPr lang="da-DK" dirty="0">
                <a:solidFill>
                  <a:schemeClr val="bg1">
                    <a:lumMod val="85000"/>
                  </a:schemeClr>
                </a:solidFill>
              </a:rPr>
              <a:t> is set to true (by </a:t>
            </a:r>
            <a:r>
              <a:rPr lang="da-DK" dirty="0" err="1">
                <a:solidFill>
                  <a:schemeClr val="bg1">
                    <a:lumMod val="85000"/>
                  </a:schemeClr>
                </a:solidFill>
              </a:rPr>
              <a:t>CompleteAdding</a:t>
            </a:r>
            <a:r>
              <a:rPr lang="da-DK" dirty="0">
                <a:solidFill>
                  <a:schemeClr val="bg1">
                    <a:lumMod val="85000"/>
                  </a:schemeClr>
                </a:solidFill>
              </a:rPr>
              <a:t>() by the producer).</a:t>
            </a:r>
          </a:p>
          <a:p>
            <a:pPr marL="0" indent="0">
              <a:buNone/>
            </a:pPr>
            <a:endParaRPr lang="da-DK" dirty="0"/>
          </a:p>
          <a:p>
            <a:pPr marL="0" indent="0">
              <a:buNone/>
            </a:pPr>
            <a:r>
              <a:rPr lang="da-DK" dirty="0" err="1"/>
              <a:t>Remember</a:t>
            </a:r>
            <a:r>
              <a:rPr lang="da-DK" dirty="0"/>
              <a:t> </a:t>
            </a:r>
            <a:r>
              <a:rPr lang="da-DK" dirty="0" err="1"/>
              <a:t>try-catch</a:t>
            </a:r>
            <a:r>
              <a:rPr lang="da-DK" dirty="0"/>
              <a:t> </a:t>
            </a:r>
            <a:r>
              <a:rPr lang="da-DK" dirty="0" err="1"/>
              <a:t>around</a:t>
            </a:r>
            <a:r>
              <a:rPr lang="da-DK" dirty="0"/>
              <a:t> the Take() </a:t>
            </a:r>
            <a:r>
              <a:rPr lang="da-DK" dirty="0" err="1"/>
              <a:t>invocation</a:t>
            </a:r>
            <a:r>
              <a:rPr lang="da-DK" dirty="0"/>
              <a:t>. The </a:t>
            </a:r>
            <a:r>
              <a:rPr lang="da-DK" dirty="0" err="1"/>
              <a:t>queue</a:t>
            </a:r>
            <a:r>
              <a:rPr lang="da-DK" dirty="0"/>
              <a:t> </a:t>
            </a:r>
            <a:r>
              <a:rPr lang="da-DK" dirty="0" err="1"/>
              <a:t>might</a:t>
            </a:r>
            <a:r>
              <a:rPr lang="da-DK" dirty="0"/>
              <a:t> </a:t>
            </a:r>
            <a:r>
              <a:rPr lang="da-DK" dirty="0" err="1"/>
              <a:t>be</a:t>
            </a:r>
            <a:r>
              <a:rPr lang="da-DK" dirty="0"/>
              <a:t> marked as </a:t>
            </a:r>
            <a:r>
              <a:rPr lang="da-DK" dirty="0" err="1"/>
              <a:t>completed</a:t>
            </a:r>
            <a:r>
              <a:rPr lang="da-DK" dirty="0"/>
              <a:t>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2A95804-2BB5-08BF-B6AB-BAC832E96FB3}"/>
              </a:ext>
            </a:extLst>
          </p:cNvPr>
          <p:cNvSpPr/>
          <p:nvPr/>
        </p:nvSpPr>
        <p:spPr>
          <a:xfrm>
            <a:off x="503364" y="1311965"/>
            <a:ext cx="6996662" cy="5400120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class Consumer</a:t>
            </a: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private 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readonly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BlockingCollection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&lt;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DataContainer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&gt; _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dataQueue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;</a:t>
            </a:r>
          </a:p>
          <a:p>
            <a:endParaRPr lang="en-US" sz="12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public Consumer(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BlockingCollection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&lt;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DataContainer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&gt; 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dataQueue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{</a:t>
            </a: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    _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dataQueue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= 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dataQueue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}</a:t>
            </a:r>
          </a:p>
          <a:p>
            <a:endParaRPr lang="en-US" sz="12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public void Run()</a:t>
            </a: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{</a:t>
            </a: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    while (!_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dataQueue.IsCompleted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    {</a:t>
            </a: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        try</a:t>
            </a: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        {</a:t>
            </a: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            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var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container = _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dataQueue.Take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();</a:t>
            </a: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            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int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pressure = 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container.GetTyrePressure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();</a:t>
            </a: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            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System.Console.WriteLine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("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Tyre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pressure: {0}", pressure);</a:t>
            </a: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        }</a:t>
            </a: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        catch (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InvalidOperationException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        {</a:t>
            </a: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            // IOE means that Take() was called on a completed collection.</a:t>
            </a: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        }</a:t>
            </a: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    }</a:t>
            </a: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    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System.Console.WriteLine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("No more data expected");</a:t>
            </a: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}</a:t>
            </a: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23181164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BlockingCollection</a:t>
            </a:r>
            <a:r>
              <a:rPr lang="da-DK" dirty="0"/>
              <a:t>&lt;T&gt; - Creation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577847" y="1311965"/>
            <a:ext cx="3775952" cy="4864998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da-DK" dirty="0"/>
          </a:p>
        </p:txBody>
      </p:sp>
      <p:sp>
        <p:nvSpPr>
          <p:cNvPr id="4" name="Rectangle 3"/>
          <p:cNvSpPr/>
          <p:nvPr/>
        </p:nvSpPr>
        <p:spPr>
          <a:xfrm>
            <a:off x="503364" y="1311965"/>
            <a:ext cx="6996662" cy="5400120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static void Main(string[] 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args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BlockingCollection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&lt;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DataContainer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&gt; 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dataQueue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= new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                     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BlockingCollection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&lt;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DataContainer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&gt;();</a:t>
            </a:r>
          </a:p>
          <a:p>
            <a:endParaRPr lang="en-US" sz="14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Producer 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producer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= new Producer(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dataQueue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Consumer 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consumer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= new Consumer(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dataQueue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);</a:t>
            </a:r>
          </a:p>
          <a:p>
            <a:endParaRPr lang="en-US" sz="14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Thread 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producerThread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= new Thread(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producer.Run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Thread 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consumerThread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= new Thread(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consumer.Run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);</a:t>
            </a:r>
          </a:p>
          <a:p>
            <a:endParaRPr lang="en-US" sz="14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producerThread.Start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();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consumerThread.Start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();</a:t>
            </a:r>
          </a:p>
          <a:p>
            <a:endParaRPr lang="en-US" sz="14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Console.ReadKey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();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45090703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BlockingCollection</a:t>
            </a:r>
            <a:r>
              <a:rPr lang="da-DK" dirty="0"/>
              <a:t> – </a:t>
            </a:r>
            <a:r>
              <a:rPr lang="da-DK" dirty="0" err="1"/>
              <a:t>Add</a:t>
            </a:r>
            <a:r>
              <a:rPr lang="da-DK" dirty="0"/>
              <a:t>/Take with timeouts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30646" y="1311965"/>
            <a:ext cx="4523154" cy="3861820"/>
          </a:xfrm>
        </p:spPr>
        <p:txBody>
          <a:bodyPr/>
          <a:lstStyle/>
          <a:p>
            <a:pPr marL="0" indent="0">
              <a:buNone/>
            </a:pPr>
            <a:r>
              <a:rPr lang="da-DK" dirty="0"/>
              <a:t>If </a:t>
            </a:r>
            <a:r>
              <a:rPr lang="da-DK" dirty="0" err="1"/>
              <a:t>you</a:t>
            </a:r>
            <a:r>
              <a:rPr lang="da-DK" dirty="0"/>
              <a:t> have </a:t>
            </a:r>
            <a:r>
              <a:rPr lang="da-DK" dirty="0" err="1"/>
              <a:t>something</a:t>
            </a:r>
            <a:r>
              <a:rPr lang="da-DK" dirty="0"/>
              <a:t> </a:t>
            </a:r>
            <a:r>
              <a:rPr lang="da-DK" dirty="0" err="1"/>
              <a:t>else</a:t>
            </a:r>
            <a:r>
              <a:rPr lang="da-DK" dirty="0"/>
              <a:t> for the </a:t>
            </a:r>
            <a:r>
              <a:rPr lang="da-DK" dirty="0" err="1"/>
              <a:t>thread</a:t>
            </a:r>
            <a:r>
              <a:rPr lang="da-DK" dirty="0"/>
              <a:t> to do, </a:t>
            </a:r>
            <a:r>
              <a:rPr lang="da-DK" dirty="0" err="1"/>
              <a:t>you</a:t>
            </a:r>
            <a:r>
              <a:rPr lang="da-DK" dirty="0"/>
              <a:t> </a:t>
            </a:r>
            <a:r>
              <a:rPr lang="da-DK" dirty="0" err="1"/>
              <a:t>can</a:t>
            </a:r>
            <a:r>
              <a:rPr lang="da-DK" dirty="0"/>
              <a:t> </a:t>
            </a:r>
            <a:r>
              <a:rPr lang="da-DK" dirty="0" err="1"/>
              <a:t>use</a:t>
            </a:r>
            <a:r>
              <a:rPr lang="da-DK" dirty="0"/>
              <a:t> timeouts on the </a:t>
            </a:r>
            <a:r>
              <a:rPr lang="da-DK" dirty="0" err="1"/>
              <a:t>Add</a:t>
            </a:r>
            <a:r>
              <a:rPr lang="da-DK" dirty="0"/>
              <a:t> and Take </a:t>
            </a:r>
            <a:r>
              <a:rPr lang="da-DK" dirty="0" err="1"/>
              <a:t>method</a:t>
            </a:r>
            <a:r>
              <a:rPr lang="da-DK" dirty="0"/>
              <a:t>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3364" y="1311965"/>
            <a:ext cx="5577005" cy="688773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public bool 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TryAdd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(T item, 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int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millisecondsTimeout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);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3363" y="2456919"/>
            <a:ext cx="5577005" cy="688773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>
                <a:solidFill>
                  <a:schemeClr val="tx1"/>
                </a:solidFill>
                <a:latin typeface="Consolas" panose="020B0609020204030204" pitchFamily="49" charset="0"/>
              </a:rPr>
              <a:t>public bool TryTake (out T item, TimeSpan timeout);</a:t>
            </a:r>
            <a:endParaRPr lang="en-US" sz="1400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 flipH="1">
            <a:off x="445475" y="5396148"/>
            <a:ext cx="6471139" cy="987548"/>
          </a:xfrm>
          <a:prstGeom prst="rect">
            <a:avLst/>
          </a:prstGeom>
        </p:spPr>
        <p:txBody>
          <a:bodyPr vert="horz" wrap="none" lIns="91440" tIns="45720" rIns="91440" bIns="45720" rtlCol="0" anchor="ctr">
            <a:normAutofit/>
          </a:bodyPr>
          <a:lstStyle/>
          <a:p>
            <a:endParaRPr lang="da-DK" dirty="0">
              <a:latin typeface="Gill Sans MT" panose="020B0502020104020203" pitchFamily="34" charset="0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336060" y="5652681"/>
            <a:ext cx="11168185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a-DK" dirty="0"/>
              <a:t>See </a:t>
            </a:r>
            <a:r>
              <a:rPr lang="da-DK" dirty="0" err="1"/>
              <a:t>code</a:t>
            </a:r>
            <a:r>
              <a:rPr lang="da-DK" dirty="0"/>
              <a:t> </a:t>
            </a:r>
            <a:r>
              <a:rPr lang="da-DK" dirty="0" err="1"/>
              <a:t>examples</a:t>
            </a:r>
            <a:r>
              <a:rPr lang="da-DK" dirty="0"/>
              <a:t> on:</a:t>
            </a:r>
            <a:endParaRPr lang="da-DK" dirty="0">
              <a:hlinkClick r:id="rId3"/>
            </a:endParaRPr>
          </a:p>
          <a:p>
            <a:r>
              <a:rPr lang="da-DK" dirty="0">
                <a:hlinkClick r:id="rId3"/>
              </a:rPr>
              <a:t>https://docs.microsoft.com/en-us/dotnet/standard/collections/thread-safe/how-to-add-and-take-items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87795925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50000" contrast="-3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06465" y="-758636"/>
            <a:ext cx="12604930" cy="8375272"/>
          </a:xfrm>
          <a:prstGeom prst="rect">
            <a:avLst/>
          </a:prstGeom>
          <a:solidFill>
            <a:schemeClr val="tx1">
              <a:alpha val="43000"/>
            </a:schemeClr>
          </a:solidFill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a-DK" sz="5400" dirty="0" err="1">
                <a:ln w="12700">
                  <a:solidFill>
                    <a:schemeClr val="tx1"/>
                  </a:solidFill>
                </a:ln>
                <a:solidFill>
                  <a:schemeClr val="bg1"/>
                </a:solidFill>
              </a:rPr>
              <a:t>Your</a:t>
            </a:r>
            <a:r>
              <a:rPr lang="da-DK" sz="5400" dirty="0">
                <a:ln w="12700">
                  <a:solidFill>
                    <a:schemeClr val="tx1"/>
                  </a:solidFill>
                </a:ln>
                <a:solidFill>
                  <a:schemeClr val="bg1"/>
                </a:solidFill>
              </a:rPr>
              <a:t> </a:t>
            </a:r>
            <a:r>
              <a:rPr lang="da-DK" sz="5400" dirty="0" err="1">
                <a:ln w="12700">
                  <a:solidFill>
                    <a:schemeClr val="tx1"/>
                  </a:solidFill>
                </a:ln>
                <a:solidFill>
                  <a:schemeClr val="bg1"/>
                </a:solidFill>
              </a:rPr>
              <a:t>turn</a:t>
            </a:r>
            <a:endParaRPr lang="da-DK" sz="5400" dirty="0">
              <a:ln w="12700">
                <a:solidFill>
                  <a:schemeClr val="tx1"/>
                </a:solidFill>
              </a:ln>
              <a:solidFill>
                <a:schemeClr val="bg1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endParaRPr lang="da-DK" dirty="0">
              <a:ln w="25400">
                <a:solidFill>
                  <a:schemeClr val="tx1"/>
                </a:solidFill>
              </a:ln>
              <a:solidFill>
                <a:schemeClr val="bg1"/>
              </a:solidFill>
            </a:endParaRPr>
          </a:p>
          <a:p>
            <a:pPr marL="0" indent="0" algn="ctr">
              <a:buNone/>
            </a:pPr>
            <a:endParaRPr lang="da-DK" dirty="0">
              <a:ln w="25400">
                <a:solidFill>
                  <a:schemeClr val="tx1"/>
                </a:solidFill>
              </a:ln>
              <a:solidFill>
                <a:schemeClr val="bg1"/>
              </a:solidFill>
            </a:endParaRPr>
          </a:p>
          <a:p>
            <a:pPr marL="0" indent="0" algn="ctr">
              <a:buNone/>
            </a:pPr>
            <a:endParaRPr lang="da-DK" dirty="0">
              <a:ln w="25400">
                <a:solidFill>
                  <a:schemeClr val="tx1"/>
                </a:solidFill>
              </a:ln>
              <a:solidFill>
                <a:schemeClr val="bg1"/>
              </a:solidFill>
            </a:endParaRPr>
          </a:p>
          <a:p>
            <a:pPr marL="0" indent="0" algn="ctr">
              <a:buNone/>
            </a:pPr>
            <a:r>
              <a:rPr lang="da-DK" sz="6000" b="1" dirty="0" err="1">
                <a:ln w="25400">
                  <a:solidFill>
                    <a:schemeClr val="tx1"/>
                  </a:solidFill>
                </a:ln>
                <a:solidFill>
                  <a:schemeClr val="bg1"/>
                </a:solidFill>
              </a:rPr>
              <a:t>Solve</a:t>
            </a:r>
            <a:r>
              <a:rPr lang="da-DK" sz="6000" b="1" dirty="0">
                <a:ln w="25400">
                  <a:solidFill>
                    <a:schemeClr val="tx1"/>
                  </a:solidFill>
                </a:ln>
                <a:solidFill>
                  <a:schemeClr val="bg1"/>
                </a:solidFill>
              </a:rPr>
              <a:t> </a:t>
            </a:r>
            <a:r>
              <a:rPr lang="da-DK" sz="6000" b="1" dirty="0" err="1">
                <a:ln w="25400">
                  <a:solidFill>
                    <a:schemeClr val="tx1"/>
                  </a:solidFill>
                </a:ln>
                <a:solidFill>
                  <a:schemeClr val="bg1"/>
                </a:solidFill>
              </a:rPr>
              <a:t>exercises</a:t>
            </a:r>
            <a:r>
              <a:rPr lang="da-DK" sz="6000" b="1" dirty="0">
                <a:ln w="25400">
                  <a:solidFill>
                    <a:schemeClr val="tx1"/>
                  </a:solidFill>
                </a:ln>
                <a:solidFill>
                  <a:schemeClr val="bg1"/>
                </a:solidFill>
              </a:rPr>
              <a:t> 1 and 2</a:t>
            </a:r>
          </a:p>
          <a:p>
            <a:pPr marL="0" indent="0" algn="ctr">
              <a:buNone/>
            </a:pPr>
            <a:endParaRPr lang="da-DK" sz="6000" b="1" dirty="0">
              <a:ln w="25400">
                <a:solidFill>
                  <a:schemeClr val="tx1"/>
                </a:solidFill>
              </a:ln>
              <a:solidFill>
                <a:schemeClr val="bg1"/>
              </a:solidFill>
            </a:endParaRPr>
          </a:p>
          <a:p>
            <a:pPr marL="0" indent="0" algn="ctr">
              <a:buNone/>
            </a:pPr>
            <a:r>
              <a:rPr lang="da-DK" sz="4800" b="1" dirty="0">
                <a:ln w="25400">
                  <a:solidFill>
                    <a:schemeClr val="tx1"/>
                  </a:solidFill>
                </a:ln>
                <a:solidFill>
                  <a:schemeClr val="bg1"/>
                </a:solidFill>
              </a:rPr>
              <a:t>(and </a:t>
            </a:r>
            <a:r>
              <a:rPr lang="da-DK" sz="4800" b="1" dirty="0" err="1">
                <a:ln w="25400">
                  <a:solidFill>
                    <a:schemeClr val="tx1"/>
                  </a:solidFill>
                </a:ln>
                <a:solidFill>
                  <a:schemeClr val="bg1"/>
                </a:solidFill>
              </a:rPr>
              <a:t>think</a:t>
            </a:r>
            <a:r>
              <a:rPr lang="da-DK" sz="4800" b="1" dirty="0">
                <a:ln w="25400">
                  <a:solidFill>
                    <a:schemeClr val="tx1"/>
                  </a:solidFill>
                </a:ln>
                <a:solidFill>
                  <a:schemeClr val="bg1"/>
                </a:solidFill>
              </a:rPr>
              <a:t> </a:t>
            </a:r>
            <a:r>
              <a:rPr lang="da-DK" sz="4800" b="1" dirty="0" err="1">
                <a:ln w="25400">
                  <a:solidFill>
                    <a:schemeClr val="tx1"/>
                  </a:solidFill>
                </a:ln>
                <a:solidFill>
                  <a:schemeClr val="bg1"/>
                </a:solidFill>
              </a:rPr>
              <a:t>about</a:t>
            </a:r>
            <a:r>
              <a:rPr lang="da-DK" sz="4800" b="1" dirty="0">
                <a:ln w="25400">
                  <a:solidFill>
                    <a:schemeClr val="tx1"/>
                  </a:solidFill>
                </a:ln>
                <a:solidFill>
                  <a:schemeClr val="bg1"/>
                </a:solidFill>
              </a:rPr>
              <a:t> </a:t>
            </a:r>
            <a:r>
              <a:rPr lang="da-DK" sz="4800" b="1" dirty="0" err="1">
                <a:ln w="25400">
                  <a:solidFill>
                    <a:schemeClr val="tx1"/>
                  </a:solidFill>
                </a:ln>
                <a:solidFill>
                  <a:schemeClr val="bg1"/>
                </a:solidFill>
              </a:rPr>
              <a:t>exercise</a:t>
            </a:r>
            <a:r>
              <a:rPr lang="da-DK" sz="4800" b="1" dirty="0">
                <a:ln w="25400">
                  <a:solidFill>
                    <a:schemeClr val="tx1"/>
                  </a:solidFill>
                </a:ln>
                <a:solidFill>
                  <a:schemeClr val="bg1"/>
                </a:solidFill>
              </a:rPr>
              <a:t> 3 </a:t>
            </a:r>
            <a:r>
              <a:rPr lang="da-DK" sz="4800" b="1" dirty="0" err="1">
                <a:ln w="25400">
                  <a:solidFill>
                    <a:schemeClr val="tx1"/>
                  </a:solidFill>
                </a:ln>
                <a:solidFill>
                  <a:schemeClr val="bg1"/>
                </a:solidFill>
              </a:rPr>
              <a:t>if</a:t>
            </a:r>
            <a:r>
              <a:rPr lang="da-DK" sz="4800" b="1" dirty="0">
                <a:ln w="25400">
                  <a:solidFill>
                    <a:schemeClr val="tx1"/>
                  </a:solidFill>
                </a:ln>
                <a:solidFill>
                  <a:schemeClr val="bg1"/>
                </a:solidFill>
              </a:rPr>
              <a:t> </a:t>
            </a:r>
            <a:r>
              <a:rPr lang="da-DK" sz="4800" b="1" dirty="0" err="1">
                <a:ln w="25400">
                  <a:solidFill>
                    <a:schemeClr val="tx1"/>
                  </a:solidFill>
                </a:ln>
                <a:solidFill>
                  <a:schemeClr val="bg1"/>
                </a:solidFill>
              </a:rPr>
              <a:t>you</a:t>
            </a:r>
            <a:r>
              <a:rPr lang="da-DK" sz="4800" b="1" dirty="0">
                <a:ln w="25400">
                  <a:solidFill>
                    <a:schemeClr val="tx1"/>
                  </a:solidFill>
                </a:ln>
                <a:solidFill>
                  <a:schemeClr val="bg1"/>
                </a:solidFill>
              </a:rPr>
              <a:t> </a:t>
            </a:r>
            <a:r>
              <a:rPr lang="da-DK" sz="4800" b="1" dirty="0" err="1">
                <a:ln w="25400">
                  <a:solidFill>
                    <a:schemeClr val="tx1"/>
                  </a:solidFill>
                </a:ln>
                <a:solidFill>
                  <a:schemeClr val="bg1"/>
                </a:solidFill>
              </a:rPr>
              <a:t>get</a:t>
            </a:r>
            <a:r>
              <a:rPr lang="da-DK" sz="4800" b="1" dirty="0">
                <a:ln w="25400">
                  <a:solidFill>
                    <a:schemeClr val="tx1"/>
                  </a:solidFill>
                </a:ln>
                <a:solidFill>
                  <a:schemeClr val="bg1"/>
                </a:solidFill>
              </a:rPr>
              <a:t> </a:t>
            </a:r>
            <a:r>
              <a:rPr lang="da-DK" sz="4800" b="1" dirty="0" err="1">
                <a:ln w="25400">
                  <a:solidFill>
                    <a:schemeClr val="tx1"/>
                  </a:solidFill>
                </a:ln>
                <a:solidFill>
                  <a:schemeClr val="bg1"/>
                </a:solidFill>
              </a:rPr>
              <a:t>that</a:t>
            </a:r>
            <a:r>
              <a:rPr lang="da-DK" sz="4800" b="1" dirty="0">
                <a:ln w="25400">
                  <a:solidFill>
                    <a:schemeClr val="tx1"/>
                  </a:solidFill>
                </a:ln>
                <a:solidFill>
                  <a:schemeClr val="bg1"/>
                </a:solidFill>
              </a:rPr>
              <a:t> far)</a:t>
            </a:r>
          </a:p>
        </p:txBody>
      </p:sp>
    </p:spTree>
    <p:extLst>
      <p:ext uri="{BB962C8B-B14F-4D97-AF65-F5344CB8AC3E}">
        <p14:creationId xmlns:p14="http://schemas.microsoft.com/office/powerpoint/2010/main" val="270103618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Thread communication with Events</a:t>
            </a:r>
            <a:endParaRPr lang="da-DK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90003878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Water </a:t>
            </a:r>
            <a:r>
              <a:rPr lang="da-DK" dirty="0" err="1"/>
              <a:t>level</a:t>
            </a:r>
            <a:r>
              <a:rPr lang="da-DK" dirty="0"/>
              <a:t> Monitor System</a:t>
            </a:r>
          </a:p>
        </p:txBody>
      </p:sp>
      <p:pic>
        <p:nvPicPr>
          <p:cNvPr id="7" name="Picture 6" descr="A river with a bike on the side&#10;&#10;Description automatically generated with medium confidence">
            <a:extLst>
              <a:ext uri="{FF2B5EF4-FFF2-40B4-BE49-F238E27FC236}">
                <a16:creationId xmlns:a16="http://schemas.microsoft.com/office/drawing/2014/main" id="{455157AE-ADF8-B765-0958-CA94621156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111" r="41699"/>
          <a:stretch/>
        </p:blipFill>
        <p:spPr>
          <a:xfrm>
            <a:off x="5364640" y="1105232"/>
            <a:ext cx="5662765" cy="5175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9755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751114" y="4648200"/>
            <a:ext cx="10602686" cy="1813306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/>
              <a:t>A </a:t>
            </a:r>
            <a:r>
              <a:rPr lang="en-US" dirty="0" err="1"/>
              <a:t>WaterLevelSensor</a:t>
            </a:r>
            <a:r>
              <a:rPr lang="en-US" dirty="0"/>
              <a:t> reads the water level.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The reading is sent to a </a:t>
            </a:r>
            <a:r>
              <a:rPr lang="en-US" dirty="0" err="1"/>
              <a:t>WaterLevelMonitor</a:t>
            </a:r>
            <a:r>
              <a:rPr lang="en-US" dirty="0"/>
              <a:t>.</a:t>
            </a:r>
          </a:p>
          <a:p>
            <a:pPr marL="0" indent="0">
              <a:buNone/>
            </a:pPr>
            <a:r>
              <a:rPr lang="en-US" dirty="0"/>
              <a:t>If the water level is too high, it sends an event to a </a:t>
            </a:r>
            <a:r>
              <a:rPr lang="en-US" dirty="0" err="1"/>
              <a:t>PumpController</a:t>
            </a:r>
            <a:r>
              <a:rPr lang="en-US" dirty="0"/>
              <a:t>, which runs a pump for a given time.</a:t>
            </a:r>
          </a:p>
        </p:txBody>
      </p:sp>
      <p:pic>
        <p:nvPicPr>
          <p:cNvPr id="15" name="Picture 1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995" y="921608"/>
            <a:ext cx="10884697" cy="42745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057235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751114" y="4648200"/>
            <a:ext cx="10602686" cy="1813306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/>
              <a:t>A </a:t>
            </a:r>
            <a:r>
              <a:rPr lang="en-US" dirty="0" err="1"/>
              <a:t>WaterLevelSensor</a:t>
            </a:r>
            <a:r>
              <a:rPr lang="en-US" dirty="0"/>
              <a:t> reads the water level.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The reading is sent to a </a:t>
            </a:r>
            <a:r>
              <a:rPr lang="en-US" dirty="0" err="1"/>
              <a:t>WaterLevelMonitor</a:t>
            </a:r>
            <a:r>
              <a:rPr lang="en-US" dirty="0"/>
              <a:t>.</a:t>
            </a:r>
          </a:p>
          <a:p>
            <a:pPr marL="0" indent="0">
              <a:buNone/>
            </a:pPr>
            <a:r>
              <a:rPr lang="en-US" dirty="0"/>
              <a:t>If the water level is too high, it sends an event to a </a:t>
            </a:r>
            <a:r>
              <a:rPr lang="en-US" dirty="0" err="1"/>
              <a:t>PumpController</a:t>
            </a:r>
            <a:r>
              <a:rPr lang="en-US" dirty="0"/>
              <a:t>, which runs a pump for a given time.</a:t>
            </a:r>
          </a:p>
        </p:txBody>
      </p:sp>
      <p:pic>
        <p:nvPicPr>
          <p:cNvPr id="15" name="Picture 1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0995" y="921608"/>
            <a:ext cx="10884697" cy="4274557"/>
          </a:xfrm>
          <a:prstGeom prst="rect">
            <a:avLst/>
          </a:prstGeom>
        </p:spPr>
      </p:pic>
      <p:sp>
        <p:nvSpPr>
          <p:cNvPr id="2" name="Rounded Rectangle 1"/>
          <p:cNvSpPr/>
          <p:nvPr/>
        </p:nvSpPr>
        <p:spPr>
          <a:xfrm>
            <a:off x="373380" y="1634026"/>
            <a:ext cx="5821680" cy="2796540"/>
          </a:xfrm>
          <a:prstGeom prst="roundRect">
            <a:avLst/>
          </a:prstGeom>
          <a:solidFill>
            <a:schemeClr val="bg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21099873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AutoResetEvent</a:t>
            </a:r>
            <a:r>
              <a:rPr lang="da-DK" dirty="0"/>
              <a:t> and </a:t>
            </a:r>
            <a:r>
              <a:rPr lang="da-DK" dirty="0" err="1"/>
              <a:t>ManualResetEvent</a:t>
            </a:r>
            <a:endParaRPr lang="da-DK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311965"/>
            <a:ext cx="10515599" cy="4864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a-DK" b="1" dirty="0"/>
              <a:t>Event handles</a:t>
            </a:r>
            <a:r>
              <a:rPr lang="da-DK" dirty="0"/>
              <a:t> </a:t>
            </a:r>
            <a:r>
              <a:rPr lang="da-DK" dirty="0" err="1"/>
              <a:t>can</a:t>
            </a:r>
            <a:r>
              <a:rPr lang="da-DK" dirty="0"/>
              <a:t> </a:t>
            </a:r>
            <a:r>
              <a:rPr lang="da-DK" dirty="0" err="1"/>
              <a:t>be</a:t>
            </a:r>
            <a:r>
              <a:rPr lang="da-DK" dirty="0"/>
              <a:t> </a:t>
            </a:r>
            <a:r>
              <a:rPr lang="da-DK" dirty="0" err="1"/>
              <a:t>used</a:t>
            </a:r>
            <a:r>
              <a:rPr lang="da-DK" dirty="0"/>
              <a:t> to signal from </a:t>
            </a:r>
            <a:r>
              <a:rPr lang="da-DK" dirty="0" err="1"/>
              <a:t>one</a:t>
            </a:r>
            <a:r>
              <a:rPr lang="da-DK" dirty="0"/>
              <a:t> </a:t>
            </a:r>
            <a:r>
              <a:rPr lang="da-DK" dirty="0" err="1"/>
              <a:t>thread</a:t>
            </a:r>
            <a:r>
              <a:rPr lang="da-DK" dirty="0"/>
              <a:t> to </a:t>
            </a:r>
            <a:r>
              <a:rPr lang="da-DK" dirty="0" err="1"/>
              <a:t>another</a:t>
            </a:r>
            <a:r>
              <a:rPr lang="da-DK" dirty="0"/>
              <a:t>.</a:t>
            </a:r>
          </a:p>
          <a:p>
            <a:pPr marL="0" indent="0">
              <a:buNone/>
            </a:pPr>
            <a:endParaRPr lang="da-DK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6790111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89489D-CB14-4FF3-9992-F2B23595A8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FCA28-34C9-9338-E32F-E1D075AC87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AutoResetEvent</a:t>
            </a:r>
            <a:r>
              <a:rPr lang="da-DK" dirty="0"/>
              <a:t> and </a:t>
            </a:r>
            <a:r>
              <a:rPr lang="da-DK" dirty="0" err="1"/>
              <a:t>ManualResetEvent</a:t>
            </a:r>
            <a:endParaRPr lang="da-DK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AA35F8-8957-9E34-E331-1C1BC9344C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11965"/>
            <a:ext cx="10515599" cy="4864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a-DK" b="1" dirty="0">
                <a:solidFill>
                  <a:schemeClr val="bg1">
                    <a:lumMod val="85000"/>
                  </a:schemeClr>
                </a:solidFill>
              </a:rPr>
              <a:t>Event handles</a:t>
            </a:r>
            <a:r>
              <a:rPr lang="da-DK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da-DK" dirty="0" err="1">
                <a:solidFill>
                  <a:schemeClr val="bg1">
                    <a:lumMod val="85000"/>
                  </a:schemeClr>
                </a:solidFill>
              </a:rPr>
              <a:t>can</a:t>
            </a:r>
            <a:r>
              <a:rPr lang="da-DK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da-DK" dirty="0" err="1">
                <a:solidFill>
                  <a:schemeClr val="bg1">
                    <a:lumMod val="85000"/>
                  </a:schemeClr>
                </a:solidFill>
              </a:rPr>
              <a:t>be</a:t>
            </a:r>
            <a:r>
              <a:rPr lang="da-DK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da-DK" dirty="0" err="1">
                <a:solidFill>
                  <a:schemeClr val="bg1">
                    <a:lumMod val="85000"/>
                  </a:schemeClr>
                </a:solidFill>
              </a:rPr>
              <a:t>used</a:t>
            </a:r>
            <a:r>
              <a:rPr lang="da-DK" dirty="0">
                <a:solidFill>
                  <a:schemeClr val="bg1">
                    <a:lumMod val="85000"/>
                  </a:schemeClr>
                </a:solidFill>
              </a:rPr>
              <a:t> to signal from </a:t>
            </a:r>
            <a:r>
              <a:rPr lang="da-DK" dirty="0" err="1">
                <a:solidFill>
                  <a:schemeClr val="bg1">
                    <a:lumMod val="85000"/>
                  </a:schemeClr>
                </a:solidFill>
              </a:rPr>
              <a:t>one</a:t>
            </a:r>
            <a:r>
              <a:rPr lang="da-DK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da-DK" dirty="0" err="1">
                <a:solidFill>
                  <a:schemeClr val="bg1">
                    <a:lumMod val="85000"/>
                  </a:schemeClr>
                </a:solidFill>
              </a:rPr>
              <a:t>thread</a:t>
            </a:r>
            <a:r>
              <a:rPr lang="da-DK" dirty="0">
                <a:solidFill>
                  <a:schemeClr val="bg1">
                    <a:lumMod val="85000"/>
                  </a:schemeClr>
                </a:solidFill>
              </a:rPr>
              <a:t> to </a:t>
            </a:r>
            <a:r>
              <a:rPr lang="da-DK" dirty="0" err="1">
                <a:solidFill>
                  <a:schemeClr val="bg1">
                    <a:lumMod val="85000"/>
                  </a:schemeClr>
                </a:solidFill>
              </a:rPr>
              <a:t>another</a:t>
            </a:r>
            <a:r>
              <a:rPr lang="da-DK" dirty="0">
                <a:solidFill>
                  <a:schemeClr val="bg1">
                    <a:lumMod val="85000"/>
                  </a:schemeClr>
                </a:solidFill>
              </a:rPr>
              <a:t>.</a:t>
            </a:r>
          </a:p>
          <a:p>
            <a:pPr marL="0" indent="0">
              <a:buNone/>
            </a:pPr>
            <a:endParaRPr lang="da-DK" dirty="0"/>
          </a:p>
          <a:p>
            <a:pPr marL="0" indent="0">
              <a:buNone/>
            </a:pPr>
            <a:r>
              <a:rPr lang="en-US" b="1" i="1" dirty="0" err="1"/>
              <a:t>AutoResetEvent</a:t>
            </a:r>
            <a:r>
              <a:rPr lang="en-US" dirty="0"/>
              <a:t> changes from signaled to </a:t>
            </a:r>
            <a:r>
              <a:rPr lang="en-US" dirty="0" err="1"/>
              <a:t>unsignaled</a:t>
            </a:r>
            <a:r>
              <a:rPr lang="en-US" dirty="0"/>
              <a:t> automatically any time it activates a thread. 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2502488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5B33F-4F2D-36CF-BE60-67B24F1EB0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D8B2AE-912B-1E1E-A3FD-158548177D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AutoResetEvent</a:t>
            </a:r>
            <a:r>
              <a:rPr lang="da-DK" dirty="0"/>
              <a:t> and </a:t>
            </a:r>
            <a:r>
              <a:rPr lang="da-DK" dirty="0" err="1"/>
              <a:t>ManualResetEvent</a:t>
            </a:r>
            <a:endParaRPr lang="da-DK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B26FF8-8569-168D-DF38-862F93FD21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11965"/>
            <a:ext cx="10515599" cy="4864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a-DK" b="1" dirty="0">
                <a:solidFill>
                  <a:schemeClr val="bg1">
                    <a:lumMod val="85000"/>
                  </a:schemeClr>
                </a:solidFill>
              </a:rPr>
              <a:t>Event handles</a:t>
            </a:r>
            <a:r>
              <a:rPr lang="da-DK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da-DK" dirty="0" err="1">
                <a:solidFill>
                  <a:schemeClr val="bg1">
                    <a:lumMod val="85000"/>
                  </a:schemeClr>
                </a:solidFill>
              </a:rPr>
              <a:t>can</a:t>
            </a:r>
            <a:r>
              <a:rPr lang="da-DK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da-DK" dirty="0" err="1">
                <a:solidFill>
                  <a:schemeClr val="bg1">
                    <a:lumMod val="85000"/>
                  </a:schemeClr>
                </a:solidFill>
              </a:rPr>
              <a:t>be</a:t>
            </a:r>
            <a:r>
              <a:rPr lang="da-DK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da-DK" dirty="0" err="1">
                <a:solidFill>
                  <a:schemeClr val="bg1">
                    <a:lumMod val="85000"/>
                  </a:schemeClr>
                </a:solidFill>
              </a:rPr>
              <a:t>used</a:t>
            </a:r>
            <a:r>
              <a:rPr lang="da-DK" dirty="0">
                <a:solidFill>
                  <a:schemeClr val="bg1">
                    <a:lumMod val="85000"/>
                  </a:schemeClr>
                </a:solidFill>
              </a:rPr>
              <a:t> to signal from </a:t>
            </a:r>
            <a:r>
              <a:rPr lang="da-DK" dirty="0" err="1">
                <a:solidFill>
                  <a:schemeClr val="bg1">
                    <a:lumMod val="85000"/>
                  </a:schemeClr>
                </a:solidFill>
              </a:rPr>
              <a:t>one</a:t>
            </a:r>
            <a:r>
              <a:rPr lang="da-DK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da-DK" dirty="0" err="1">
                <a:solidFill>
                  <a:schemeClr val="bg1">
                    <a:lumMod val="85000"/>
                  </a:schemeClr>
                </a:solidFill>
              </a:rPr>
              <a:t>thread</a:t>
            </a:r>
            <a:r>
              <a:rPr lang="da-DK" dirty="0">
                <a:solidFill>
                  <a:schemeClr val="bg1">
                    <a:lumMod val="85000"/>
                  </a:schemeClr>
                </a:solidFill>
              </a:rPr>
              <a:t> to </a:t>
            </a:r>
            <a:r>
              <a:rPr lang="da-DK" dirty="0" err="1">
                <a:solidFill>
                  <a:schemeClr val="bg1">
                    <a:lumMod val="85000"/>
                  </a:schemeClr>
                </a:solidFill>
              </a:rPr>
              <a:t>another</a:t>
            </a:r>
            <a:r>
              <a:rPr lang="da-DK" dirty="0">
                <a:solidFill>
                  <a:schemeClr val="bg1">
                    <a:lumMod val="85000"/>
                  </a:schemeClr>
                </a:solidFill>
              </a:rPr>
              <a:t>.</a:t>
            </a:r>
          </a:p>
          <a:p>
            <a:pPr marL="0" indent="0">
              <a:buNone/>
            </a:pPr>
            <a:endParaRPr lang="da-DK" dirty="0">
              <a:solidFill>
                <a:schemeClr val="bg1">
                  <a:lumMod val="85000"/>
                </a:schemeClr>
              </a:solidFill>
            </a:endParaRPr>
          </a:p>
          <a:p>
            <a:pPr marL="0" indent="0">
              <a:buNone/>
            </a:pPr>
            <a:r>
              <a:rPr lang="en-US" b="1" i="1" dirty="0" err="1">
                <a:solidFill>
                  <a:schemeClr val="bg1">
                    <a:lumMod val="85000"/>
                  </a:schemeClr>
                </a:solidFill>
              </a:rPr>
              <a:t>AutoResetEvent</a:t>
            </a: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 changes from signaled to </a:t>
            </a:r>
            <a:r>
              <a:rPr lang="en-US" dirty="0" err="1">
                <a:solidFill>
                  <a:schemeClr val="bg1">
                    <a:lumMod val="85000"/>
                  </a:schemeClr>
                </a:solidFill>
              </a:rPr>
              <a:t>unsignaled</a:t>
            </a: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 automatically any time it activates a thread.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i="1" dirty="0" err="1"/>
              <a:t>ManualResetEvent</a:t>
            </a:r>
            <a:r>
              <a:rPr lang="en-US" dirty="0"/>
              <a:t> allows any number of threads to be activated by its signaled state, and will only revert to an </a:t>
            </a:r>
            <a:r>
              <a:rPr lang="en-US" dirty="0" err="1"/>
              <a:t>unsignaled</a:t>
            </a:r>
            <a:r>
              <a:rPr lang="en-US" dirty="0"/>
              <a:t> state when its Reset method is called.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868062841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WaterLevelMonitor</a:t>
            </a:r>
            <a:endParaRPr lang="da-DK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91500" y="1311965"/>
            <a:ext cx="3726180" cy="540012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The </a:t>
            </a:r>
            <a:r>
              <a:rPr lang="en-US" dirty="0" err="1"/>
              <a:t>WaterLevelMonitor</a:t>
            </a:r>
            <a:r>
              <a:rPr lang="en-US" dirty="0"/>
              <a:t> and </a:t>
            </a:r>
            <a:r>
              <a:rPr lang="en-US" dirty="0" err="1"/>
              <a:t>PumpController</a:t>
            </a:r>
            <a:r>
              <a:rPr lang="en-US" dirty="0"/>
              <a:t> share the same </a:t>
            </a:r>
            <a:r>
              <a:rPr lang="en-US" dirty="0" err="1"/>
              <a:t>AutoResetEvent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 err="1"/>
              <a:t>WaterLevelMonitor</a:t>
            </a:r>
            <a:r>
              <a:rPr lang="en-US" dirty="0"/>
              <a:t> set the event.</a:t>
            </a:r>
            <a:endParaRPr lang="da-DK" dirty="0"/>
          </a:p>
        </p:txBody>
      </p:sp>
      <p:sp>
        <p:nvSpPr>
          <p:cNvPr id="4" name="Rectangle 3"/>
          <p:cNvSpPr/>
          <p:nvPr/>
        </p:nvSpPr>
        <p:spPr>
          <a:xfrm>
            <a:off x="503364" y="1311965"/>
            <a:ext cx="7528116" cy="5400120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a-DK" sz="1200" dirty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da-DK" sz="12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class</a:t>
            </a:r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da-DK" sz="1200" dirty="0" err="1">
                <a:solidFill>
                  <a:srgbClr val="2B91AF"/>
                </a:solidFill>
                <a:latin typeface="Cascadia Mono" panose="020B0609020000020004" pitchFamily="49" charset="0"/>
              </a:rPr>
              <a:t>WaterLevelMonitor</a:t>
            </a:r>
            <a:endParaRPr lang="da-DK" sz="12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</a:p>
          <a:p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da-DK" sz="1200" dirty="0">
                <a:solidFill>
                  <a:srgbClr val="0000FF"/>
                </a:solidFill>
                <a:latin typeface="Cascadia Mono" panose="020B0609020000020004" pitchFamily="49" charset="0"/>
              </a:rPr>
              <a:t>private</a:t>
            </a:r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da-DK" sz="12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readonly</a:t>
            </a:r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da-DK" sz="12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AutoResetEvent</a:t>
            </a:r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_</a:t>
            </a:r>
            <a:r>
              <a:rPr lang="da-DK" sz="12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waterLevelHighAutoResetEvent</a:t>
            </a:r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;</a:t>
            </a:r>
          </a:p>
          <a:p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1200" dirty="0">
                <a:solidFill>
                  <a:srgbClr val="0000FF"/>
                </a:solidFill>
                <a:latin typeface="Cascadia Mono" panose="020B0609020000020004" pitchFamily="49" charset="0"/>
              </a:rPr>
              <a:t>private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readonly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Random _random = </a:t>
            </a:r>
            <a:r>
              <a:rPr lang="en-US" sz="12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Random();</a:t>
            </a:r>
          </a:p>
          <a:p>
            <a:endParaRPr lang="da-DK" sz="12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da-DK" sz="1200" dirty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da-DK" sz="1200" dirty="0" err="1">
                <a:solidFill>
                  <a:srgbClr val="2B91AF"/>
                </a:solidFill>
                <a:latin typeface="Cascadia Mono" panose="020B0609020000020004" pitchFamily="49" charset="0"/>
              </a:rPr>
              <a:t>WaterLevelMonitor</a:t>
            </a:r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da-DK" sz="12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AutoResetEvent</a:t>
            </a:r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da-DK" sz="12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waterLevelHighAutoResetEvent</a:t>
            </a:r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)</a:t>
            </a:r>
          </a:p>
          <a:p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   {</a:t>
            </a:r>
          </a:p>
          <a:p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_</a:t>
            </a:r>
            <a:r>
              <a:rPr lang="da-DK" sz="12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waterLevelHighAutoResetEvent</a:t>
            </a:r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= </a:t>
            </a:r>
            <a:r>
              <a:rPr lang="da-DK" sz="12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waterLevelHighAutoResetEvent</a:t>
            </a:r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;</a:t>
            </a:r>
          </a:p>
          <a:p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   }</a:t>
            </a:r>
          </a:p>
          <a:p>
            <a:endParaRPr lang="da-DK" sz="12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da-DK" sz="1200" dirty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da-DK" sz="12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void</a:t>
            </a:r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Run()</a:t>
            </a:r>
          </a:p>
          <a:p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   {</a:t>
            </a:r>
          </a:p>
          <a:p>
            <a:r>
              <a:rPr lang="nn-NO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</a:t>
            </a:r>
            <a:r>
              <a:rPr lang="nn-NO" sz="1200" dirty="0">
                <a:solidFill>
                  <a:srgbClr val="0000FF"/>
                </a:solidFill>
                <a:latin typeface="Cascadia Mono" panose="020B0609020000020004" pitchFamily="49" charset="0"/>
              </a:rPr>
              <a:t>for</a:t>
            </a:r>
            <a:r>
              <a:rPr lang="nn-NO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(</a:t>
            </a:r>
            <a:r>
              <a:rPr lang="nn-NO" sz="1200" dirty="0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nn-NO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i = 0; i &lt; 10; i++)</a:t>
            </a:r>
          </a:p>
          <a:p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{</a:t>
            </a:r>
          </a:p>
          <a:p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    </a:t>
            </a:r>
            <a:r>
              <a:rPr lang="da-DK" sz="12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da-DK" sz="12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randomValue</a:t>
            </a:r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= _</a:t>
            </a:r>
            <a:r>
              <a:rPr lang="da-DK" sz="12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random.Next</a:t>
            </a:r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(0, 2);</a:t>
            </a:r>
          </a:p>
          <a:p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    </a:t>
            </a:r>
            <a:r>
              <a:rPr lang="en-US" sz="12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1200" dirty="0">
                <a:solidFill>
                  <a:srgbClr val="A31515"/>
                </a:solidFill>
                <a:latin typeface="Cascadia Mono" panose="020B0609020000020004" pitchFamily="49" charset="0"/>
              </a:rPr>
              <a:t>"Random value was: {0}"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, </a:t>
            </a:r>
            <a:r>
              <a:rPr lang="en-US" sz="12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randomValue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    </a:t>
            </a:r>
            <a:r>
              <a:rPr lang="da-DK" sz="1200" dirty="0">
                <a:solidFill>
                  <a:srgbClr val="0000FF"/>
                </a:solidFill>
                <a:latin typeface="Cascadia Mono" panose="020B0609020000020004" pitchFamily="49" charset="0"/>
              </a:rPr>
              <a:t>if</a:t>
            </a:r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(</a:t>
            </a:r>
            <a:r>
              <a:rPr lang="da-DK" sz="12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randomValue</a:t>
            </a:r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&gt; 0)</a:t>
            </a:r>
          </a:p>
          <a:p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    {</a:t>
            </a:r>
          </a:p>
          <a:p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        _</a:t>
            </a:r>
            <a:r>
              <a:rPr lang="da-DK" sz="12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waterLevelHighAutoResetEvent.Set</a:t>
            </a:r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();</a:t>
            </a:r>
          </a:p>
          <a:p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    }</a:t>
            </a:r>
          </a:p>
          <a:p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    </a:t>
            </a:r>
            <a:r>
              <a:rPr lang="da-DK" sz="12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Thread.Sleep</a:t>
            </a:r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(1000);</a:t>
            </a:r>
          </a:p>
          <a:p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}</a:t>
            </a:r>
          </a:p>
          <a:p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   }</a:t>
            </a:r>
          </a:p>
          <a:p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endParaRPr lang="en-US" sz="1200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5" name="Down Arrow 4"/>
          <p:cNvSpPr/>
          <p:nvPr/>
        </p:nvSpPr>
        <p:spPr>
          <a:xfrm rot="4110891">
            <a:off x="7344805" y="1583028"/>
            <a:ext cx="220980" cy="1534338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6" name="Down Arrow 5"/>
          <p:cNvSpPr/>
          <p:nvPr/>
        </p:nvSpPr>
        <p:spPr>
          <a:xfrm rot="4347123">
            <a:off x="6652590" y="3326443"/>
            <a:ext cx="220980" cy="2964410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23138164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PumpController</a:t>
            </a:r>
            <a:endParaRPr lang="da-DK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91500" y="1311965"/>
            <a:ext cx="3726180" cy="5400120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The </a:t>
            </a:r>
            <a:r>
              <a:rPr lang="en-US" dirty="0" err="1"/>
              <a:t>WaterLevelMonitor</a:t>
            </a:r>
            <a:r>
              <a:rPr lang="en-US" dirty="0"/>
              <a:t> and </a:t>
            </a:r>
            <a:r>
              <a:rPr lang="en-US" dirty="0" err="1"/>
              <a:t>PumpController</a:t>
            </a:r>
            <a:r>
              <a:rPr lang="en-US" dirty="0"/>
              <a:t> share the same </a:t>
            </a:r>
            <a:r>
              <a:rPr lang="en-US" dirty="0" err="1"/>
              <a:t>AutoResetEvent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The </a:t>
            </a:r>
            <a:r>
              <a:rPr lang="en-US" dirty="0" err="1"/>
              <a:t>PumpController</a:t>
            </a:r>
            <a:r>
              <a:rPr lang="en-US" dirty="0"/>
              <a:t> waits for the event.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A timeout is used to allow the thread to shut down properly and not wait forever, if the other thread stops sending events.</a:t>
            </a:r>
            <a:endParaRPr lang="da-DK" dirty="0"/>
          </a:p>
        </p:txBody>
      </p:sp>
      <p:sp>
        <p:nvSpPr>
          <p:cNvPr id="4" name="Rectangle 3"/>
          <p:cNvSpPr/>
          <p:nvPr/>
        </p:nvSpPr>
        <p:spPr>
          <a:xfrm>
            <a:off x="503364" y="1311965"/>
            <a:ext cx="7528116" cy="5400120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a-DK" sz="1200" dirty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da-DK" sz="12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class</a:t>
            </a:r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da-DK" sz="1200" dirty="0" err="1">
                <a:solidFill>
                  <a:srgbClr val="2B91AF"/>
                </a:solidFill>
                <a:latin typeface="Cascadia Mono" panose="020B0609020000020004" pitchFamily="49" charset="0"/>
              </a:rPr>
              <a:t>PumpController</a:t>
            </a:r>
            <a:endParaRPr lang="da-DK" sz="12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</a:p>
          <a:p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da-DK" sz="1200" dirty="0">
                <a:solidFill>
                  <a:srgbClr val="0000FF"/>
                </a:solidFill>
                <a:latin typeface="Cascadia Mono" panose="020B0609020000020004" pitchFamily="49" charset="0"/>
              </a:rPr>
              <a:t>private</a:t>
            </a:r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da-DK" sz="12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readonly</a:t>
            </a:r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da-DK" sz="12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AutoResetEvent</a:t>
            </a:r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_</a:t>
            </a:r>
            <a:r>
              <a:rPr lang="da-DK" sz="12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waterLevelHighAutoResetEvent</a:t>
            </a:r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;</a:t>
            </a:r>
          </a:p>
          <a:p>
            <a:endParaRPr lang="da-DK" sz="12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da-DK" sz="1200" dirty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da-DK" sz="1200" dirty="0" err="1">
                <a:solidFill>
                  <a:srgbClr val="2B91AF"/>
                </a:solidFill>
                <a:latin typeface="Cascadia Mono" panose="020B0609020000020004" pitchFamily="49" charset="0"/>
              </a:rPr>
              <a:t>PumpController</a:t>
            </a:r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da-DK" sz="12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AutoResetEvent</a:t>
            </a:r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da-DK" sz="12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waterLevelHighAutoResetEvent</a:t>
            </a:r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)</a:t>
            </a:r>
          </a:p>
          <a:p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   {</a:t>
            </a:r>
          </a:p>
          <a:p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     _</a:t>
            </a:r>
            <a:r>
              <a:rPr lang="da-DK" sz="12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waterLevelHighAutoResetEvent</a:t>
            </a:r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= </a:t>
            </a:r>
            <a:r>
              <a:rPr lang="da-DK" sz="12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waterLevelHighAutoResetEvent</a:t>
            </a:r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;</a:t>
            </a:r>
          </a:p>
          <a:p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   }</a:t>
            </a:r>
          </a:p>
          <a:p>
            <a:endParaRPr lang="da-DK" sz="12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da-DK" sz="1200" dirty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da-DK" sz="12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void</a:t>
            </a:r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Run()</a:t>
            </a:r>
          </a:p>
          <a:p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   {</a:t>
            </a:r>
          </a:p>
          <a:p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</a:t>
            </a:r>
            <a:r>
              <a:rPr lang="da-DK" sz="12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while</a:t>
            </a:r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(!</a:t>
            </a:r>
            <a:r>
              <a:rPr lang="da-DK" sz="12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ShallStop</a:t>
            </a:r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)</a:t>
            </a:r>
          </a:p>
          <a:p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{</a:t>
            </a:r>
          </a:p>
          <a:p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  </a:t>
            </a:r>
            <a:r>
              <a:rPr lang="da-DK" sz="12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bool</a:t>
            </a:r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da-DK" sz="12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wasSet</a:t>
            </a:r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= _</a:t>
            </a:r>
            <a:r>
              <a:rPr lang="da-DK" sz="12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waterLevelHighAutoResetEvent.WaitOne</a:t>
            </a:r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(5000);</a:t>
            </a:r>
          </a:p>
          <a:p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  </a:t>
            </a:r>
            <a:r>
              <a:rPr lang="da-DK" sz="1200" dirty="0">
                <a:solidFill>
                  <a:srgbClr val="0000FF"/>
                </a:solidFill>
                <a:latin typeface="Cascadia Mono" panose="020B0609020000020004" pitchFamily="49" charset="0"/>
              </a:rPr>
              <a:t>if</a:t>
            </a:r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(</a:t>
            </a:r>
            <a:r>
              <a:rPr lang="da-DK" sz="12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wasSet</a:t>
            </a:r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)</a:t>
            </a:r>
          </a:p>
          <a:p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  {</a:t>
            </a:r>
          </a:p>
          <a:p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    </a:t>
            </a:r>
            <a:r>
              <a:rPr lang="en-US" sz="12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1200" dirty="0">
                <a:solidFill>
                  <a:srgbClr val="A31515"/>
                </a:solidFill>
                <a:latin typeface="Cascadia Mono" panose="020B0609020000020004" pitchFamily="49" charset="0"/>
              </a:rPr>
              <a:t>"Event was set - Water level high."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    </a:t>
            </a:r>
            <a:r>
              <a:rPr lang="da-DK" sz="12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da-DK" sz="12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da-DK" sz="1200" dirty="0" err="1">
                <a:solidFill>
                  <a:srgbClr val="A31515"/>
                </a:solidFill>
                <a:latin typeface="Cascadia Mono" panose="020B0609020000020004" pitchFamily="49" charset="0"/>
              </a:rPr>
              <a:t>Running</a:t>
            </a:r>
            <a:r>
              <a:rPr lang="da-DK" sz="1200" dirty="0">
                <a:solidFill>
                  <a:srgbClr val="A31515"/>
                </a:solidFill>
                <a:latin typeface="Cascadia Mono" panose="020B0609020000020004" pitchFamily="49" charset="0"/>
              </a:rPr>
              <a:t> pump for 2 </a:t>
            </a:r>
            <a:r>
              <a:rPr lang="da-DK" sz="1200" dirty="0" err="1">
                <a:solidFill>
                  <a:srgbClr val="A31515"/>
                </a:solidFill>
                <a:latin typeface="Cascadia Mono" panose="020B0609020000020004" pitchFamily="49" charset="0"/>
              </a:rPr>
              <a:t>seconds</a:t>
            </a:r>
            <a:r>
              <a:rPr lang="da-DK" sz="1200" dirty="0">
                <a:solidFill>
                  <a:srgbClr val="A31515"/>
                </a:solidFill>
                <a:latin typeface="Cascadia Mono" panose="020B0609020000020004" pitchFamily="49" charset="0"/>
              </a:rPr>
              <a:t>."</a:t>
            </a:r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  }</a:t>
            </a:r>
          </a:p>
          <a:p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  </a:t>
            </a:r>
            <a:r>
              <a:rPr lang="da-DK" sz="12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else</a:t>
            </a:r>
            <a:endParaRPr lang="da-DK" sz="12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  {</a:t>
            </a:r>
          </a:p>
          <a:p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    </a:t>
            </a:r>
            <a:r>
              <a:rPr lang="da-DK" sz="12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da-DK" sz="1200" dirty="0">
                <a:solidFill>
                  <a:srgbClr val="A31515"/>
                </a:solidFill>
                <a:latin typeface="Cascadia Mono" panose="020B0609020000020004" pitchFamily="49" charset="0"/>
              </a:rPr>
              <a:t>"Waiting </a:t>
            </a:r>
            <a:r>
              <a:rPr lang="da-DK" sz="1200" dirty="0" err="1">
                <a:solidFill>
                  <a:srgbClr val="A31515"/>
                </a:solidFill>
                <a:latin typeface="Cascadia Mono" panose="020B0609020000020004" pitchFamily="49" charset="0"/>
              </a:rPr>
              <a:t>timed</a:t>
            </a:r>
            <a:r>
              <a:rPr lang="da-DK" sz="1200" dirty="0">
                <a:solidFill>
                  <a:srgbClr val="A31515"/>
                </a:solidFill>
                <a:latin typeface="Cascadia Mono" panose="020B0609020000020004" pitchFamily="49" charset="0"/>
              </a:rPr>
              <a:t> out"</a:t>
            </a:r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  }</a:t>
            </a:r>
          </a:p>
          <a:p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}</a:t>
            </a:r>
          </a:p>
          <a:p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   }</a:t>
            </a:r>
          </a:p>
          <a:p>
            <a:endParaRPr lang="da-DK" sz="12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1200" dirty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0000FF"/>
                </a:solidFill>
                <a:latin typeface="Cascadia Mono" panose="020B0609020000020004" pitchFamily="49" charset="0"/>
              </a:rPr>
              <a:t>bool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ShallStop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{ </a:t>
            </a:r>
            <a:r>
              <a:rPr lang="en-US" sz="1200" dirty="0">
                <a:solidFill>
                  <a:srgbClr val="0000FF"/>
                </a:solidFill>
                <a:latin typeface="Cascadia Mono" panose="020B0609020000020004" pitchFamily="49" charset="0"/>
              </a:rPr>
              <a:t>get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; </a:t>
            </a:r>
            <a:r>
              <a:rPr lang="en-US" sz="1200" dirty="0">
                <a:solidFill>
                  <a:srgbClr val="0000FF"/>
                </a:solidFill>
                <a:latin typeface="Cascadia Mono" panose="020B0609020000020004" pitchFamily="49" charset="0"/>
              </a:rPr>
              <a:t>set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; }</a:t>
            </a:r>
          </a:p>
          <a:p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endParaRPr lang="en-US" sz="1200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5" name="Down Arrow 4"/>
          <p:cNvSpPr/>
          <p:nvPr/>
        </p:nvSpPr>
        <p:spPr>
          <a:xfrm rot="6589927">
            <a:off x="7053734" y="3517908"/>
            <a:ext cx="220980" cy="1810268"/>
          </a:xfrm>
          <a:prstGeom prst="downArrow">
            <a:avLst>
              <a:gd name="adj1" fmla="val 57019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6" name="Down Arrow 5"/>
          <p:cNvSpPr/>
          <p:nvPr/>
        </p:nvSpPr>
        <p:spPr>
          <a:xfrm rot="5005834">
            <a:off x="7322274" y="3033698"/>
            <a:ext cx="220980" cy="152165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7" name="Down Arrow 6"/>
          <p:cNvSpPr/>
          <p:nvPr/>
        </p:nvSpPr>
        <p:spPr>
          <a:xfrm rot="4110891">
            <a:off x="7336419" y="1127234"/>
            <a:ext cx="220980" cy="1534338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11608462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Program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91500" y="1311965"/>
            <a:ext cx="3726180" cy="540012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Main creates the </a:t>
            </a:r>
            <a:r>
              <a:rPr lang="en-US" dirty="0" err="1"/>
              <a:t>WaterLevelMonitor</a:t>
            </a:r>
            <a:r>
              <a:rPr lang="en-US" dirty="0"/>
              <a:t>, the  </a:t>
            </a:r>
            <a:r>
              <a:rPr lang="en-US" dirty="0" err="1"/>
              <a:t>PumpController</a:t>
            </a:r>
            <a:r>
              <a:rPr lang="en-US" dirty="0"/>
              <a:t> and the shared </a:t>
            </a:r>
            <a:r>
              <a:rPr lang="en-US" dirty="0" err="1"/>
              <a:t>AutoResetEvent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The </a:t>
            </a:r>
            <a:r>
              <a:rPr lang="en-US" dirty="0" err="1"/>
              <a:t>AutoResetEvent</a:t>
            </a:r>
            <a:r>
              <a:rPr lang="en-US" dirty="0"/>
              <a:t> is ‘not set’ when created.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503364" y="1311965"/>
            <a:ext cx="7528116" cy="5400120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a-DK" sz="12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namespace</a:t>
            </a:r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da-DK" sz="12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ResetEvents</a:t>
            </a:r>
            <a:endParaRPr lang="da-DK" sz="12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</a:p>
          <a:p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da-DK" sz="12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internal</a:t>
            </a:r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da-DK" sz="12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class</a:t>
            </a:r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da-DK" sz="1200" dirty="0">
                <a:solidFill>
                  <a:srgbClr val="2B91AF"/>
                </a:solidFill>
                <a:latin typeface="Cascadia Mono" panose="020B0609020000020004" pitchFamily="49" charset="0"/>
              </a:rPr>
              <a:t>Program</a:t>
            </a:r>
            <a:endParaRPr lang="da-DK" sz="12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   {</a:t>
            </a:r>
          </a:p>
          <a:p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     </a:t>
            </a:r>
            <a:r>
              <a:rPr lang="da-DK" sz="12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static</a:t>
            </a:r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da-DK" sz="12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void</a:t>
            </a:r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Main(</a:t>
            </a:r>
            <a:r>
              <a:rPr lang="da-DK" sz="12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string</a:t>
            </a:r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[] </a:t>
            </a:r>
            <a:r>
              <a:rPr lang="da-DK" sz="12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args</a:t>
            </a:r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)</a:t>
            </a:r>
          </a:p>
          <a:p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     {</a:t>
            </a:r>
          </a:p>
          <a:p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</a:t>
            </a:r>
            <a:r>
              <a:rPr lang="da-DK" sz="12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AutoResetEvent</a:t>
            </a:r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da-DK" sz="12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dataReadyAutoResetEvent</a:t>
            </a:r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= </a:t>
            </a:r>
            <a:r>
              <a:rPr lang="da-DK" sz="12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da-DK" sz="12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AutoResetEvent</a:t>
            </a:r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da-DK" sz="1200" dirty="0">
                <a:solidFill>
                  <a:srgbClr val="0000FF"/>
                </a:solidFill>
                <a:latin typeface="Cascadia Mono" panose="020B0609020000020004" pitchFamily="49" charset="0"/>
              </a:rPr>
              <a:t>false</a:t>
            </a:r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endParaRPr lang="da-DK" sz="12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</a:t>
            </a:r>
            <a:r>
              <a:rPr lang="da-DK" sz="12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WaterLevelMonitor</a:t>
            </a:r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da-DK" sz="12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waterLevelMonitor</a:t>
            </a:r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= </a:t>
            </a:r>
          </a:p>
          <a:p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    </a:t>
            </a:r>
            <a:r>
              <a:rPr lang="da-DK" sz="12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da-DK" sz="12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WaterLevelMonitor</a:t>
            </a:r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da-DK" sz="12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dataReadyAutoResetEvent</a:t>
            </a:r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endParaRPr lang="da-DK" sz="12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</a:t>
            </a:r>
            <a:r>
              <a:rPr lang="da-DK" sz="12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PumpController</a:t>
            </a:r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da-DK" sz="12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pumpController</a:t>
            </a:r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= </a:t>
            </a:r>
          </a:p>
          <a:p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    </a:t>
            </a:r>
            <a:r>
              <a:rPr lang="da-DK" sz="12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da-DK" sz="12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PumpController</a:t>
            </a:r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da-DK" sz="12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dataReadyAutoResetEvent</a:t>
            </a:r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endParaRPr lang="da-DK" sz="12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Thread </a:t>
            </a:r>
            <a:r>
              <a:rPr lang="da-DK" sz="12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producerThread</a:t>
            </a:r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= </a:t>
            </a:r>
            <a:r>
              <a:rPr lang="da-DK" sz="12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Thread(</a:t>
            </a:r>
            <a:r>
              <a:rPr lang="da-DK" sz="12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waterLevelMonitor.Run</a:t>
            </a:r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Thread </a:t>
            </a:r>
            <a:r>
              <a:rPr lang="da-DK" sz="12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consumerThread</a:t>
            </a:r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= </a:t>
            </a:r>
            <a:r>
              <a:rPr lang="da-DK" sz="12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Thread(</a:t>
            </a:r>
            <a:r>
              <a:rPr lang="da-DK" sz="12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pumpController.Run</a:t>
            </a:r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endParaRPr lang="da-DK" sz="12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</a:t>
            </a:r>
            <a:r>
              <a:rPr lang="da-DK" sz="12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producerThread.Start</a:t>
            </a:r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();</a:t>
            </a:r>
          </a:p>
          <a:p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</a:t>
            </a:r>
            <a:r>
              <a:rPr lang="da-DK" sz="12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consumerThread.Start</a:t>
            </a:r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();</a:t>
            </a:r>
          </a:p>
          <a:p>
            <a:endParaRPr lang="da-DK" sz="12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</a:t>
            </a:r>
            <a:r>
              <a:rPr lang="da-DK" sz="12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producerThread.Join</a:t>
            </a:r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();</a:t>
            </a:r>
          </a:p>
          <a:p>
            <a:endParaRPr lang="da-DK" sz="12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</a:t>
            </a:r>
            <a:r>
              <a:rPr lang="da-DK" sz="12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pumpController.ShallStop</a:t>
            </a:r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= </a:t>
            </a:r>
            <a:r>
              <a:rPr lang="da-DK" sz="1200" dirty="0">
                <a:solidFill>
                  <a:srgbClr val="0000FF"/>
                </a:solidFill>
                <a:latin typeface="Cascadia Mono" panose="020B0609020000020004" pitchFamily="49" charset="0"/>
              </a:rPr>
              <a:t>true</a:t>
            </a:r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;</a:t>
            </a:r>
          </a:p>
          <a:p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</a:t>
            </a:r>
            <a:r>
              <a:rPr lang="da-DK" sz="12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consumerThread.Join</a:t>
            </a:r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();</a:t>
            </a:r>
          </a:p>
          <a:p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     }</a:t>
            </a:r>
          </a:p>
          <a:p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   }</a:t>
            </a:r>
          </a:p>
          <a:p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endParaRPr lang="en-US" sz="1200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5" name="Down Arrow 4"/>
          <p:cNvSpPr/>
          <p:nvPr/>
        </p:nvSpPr>
        <p:spPr>
          <a:xfrm rot="7468438">
            <a:off x="7453622" y="2583489"/>
            <a:ext cx="220980" cy="1488489"/>
          </a:xfrm>
          <a:prstGeom prst="downArrow">
            <a:avLst>
              <a:gd name="adj1" fmla="val 54665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51534532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GoF</a:t>
            </a:r>
            <a:r>
              <a:rPr lang="en-US" dirty="0"/>
              <a:t> Observer with threads</a:t>
            </a:r>
            <a:endParaRPr lang="da-DK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63746886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7467600" y="1356706"/>
            <a:ext cx="3886200" cy="486096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What to do, if we want to decouple the </a:t>
            </a:r>
            <a:r>
              <a:rPr lang="en-US" dirty="0" err="1"/>
              <a:t>WaterLevelMonitor</a:t>
            </a:r>
            <a:r>
              <a:rPr lang="en-US" dirty="0"/>
              <a:t> from the </a:t>
            </a:r>
            <a:r>
              <a:rPr lang="en-US" dirty="0" err="1"/>
              <a:t>PumpController</a:t>
            </a:r>
            <a:r>
              <a:rPr lang="en-US" dirty="0"/>
              <a:t> using the </a:t>
            </a:r>
            <a:r>
              <a:rPr lang="en-US" dirty="0" err="1"/>
              <a:t>GoF</a:t>
            </a:r>
            <a:r>
              <a:rPr lang="en-US" dirty="0"/>
              <a:t> Observer pattern?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5913" y="1600546"/>
            <a:ext cx="4954266" cy="35654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861928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a-DK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507312"/>
            <a:ext cx="7963731" cy="3896886"/>
          </a:xfrm>
          <a:prstGeom prst="rect">
            <a:avLst/>
          </a:prstGeom>
        </p:spPr>
      </p:pic>
      <p:sp>
        <p:nvSpPr>
          <p:cNvPr id="12" name="Content Placeholder 4"/>
          <p:cNvSpPr txBox="1">
            <a:spLocks/>
          </p:cNvSpPr>
          <p:nvPr/>
        </p:nvSpPr>
        <p:spPr>
          <a:xfrm>
            <a:off x="7467600" y="1356706"/>
            <a:ext cx="3886200" cy="48609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Gill Sans MT" panose="020B050202010402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Gill Sans MT" panose="020B050202010402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Gill Sans MT" panose="020B050202010402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Gill Sans MT" panose="020B050202010402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Gill Sans MT" panose="020B050202010402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/>
              <a:t>What to do, if we want to decouple the WaterLevelMonitor from the PumpController using the GoF Observer pattern?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992738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PumpController</a:t>
            </a:r>
            <a:r>
              <a:rPr lang="da-DK" dirty="0"/>
              <a:t> as Observer</a:t>
            </a:r>
          </a:p>
        </p:txBody>
      </p:sp>
      <p:sp>
        <p:nvSpPr>
          <p:cNvPr id="4" name="Rectangle 3"/>
          <p:cNvSpPr/>
          <p:nvPr/>
        </p:nvSpPr>
        <p:spPr>
          <a:xfrm>
            <a:off x="152400" y="1311965"/>
            <a:ext cx="5631180" cy="5400120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a-DK" sz="1200" dirty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da-DK" sz="12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class</a:t>
            </a:r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da-DK" sz="1200" dirty="0" err="1">
                <a:solidFill>
                  <a:srgbClr val="2B91AF"/>
                </a:solidFill>
                <a:latin typeface="Cascadia Mono" panose="020B0609020000020004" pitchFamily="49" charset="0"/>
              </a:rPr>
              <a:t>PumpController</a:t>
            </a:r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: </a:t>
            </a:r>
            <a:r>
              <a:rPr lang="da-DK" sz="12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IWaterLevelObserver</a:t>
            </a:r>
            <a:endParaRPr lang="da-DK" sz="12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</a:p>
          <a:p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da-DK" sz="1200" dirty="0">
                <a:solidFill>
                  <a:srgbClr val="0000FF"/>
                </a:solidFill>
                <a:latin typeface="Cascadia Mono" panose="020B0609020000020004" pitchFamily="49" charset="0"/>
              </a:rPr>
              <a:t>private</a:t>
            </a:r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da-DK" sz="12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readonly</a:t>
            </a:r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da-DK" sz="12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AutoResetEvent</a:t>
            </a:r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_</a:t>
            </a:r>
            <a:r>
              <a:rPr lang="da-DK" sz="12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waterLevelHighAutoResetEvent</a:t>
            </a:r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= </a:t>
            </a:r>
            <a:r>
              <a:rPr lang="da-DK" sz="12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da-DK" sz="12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AutoResetEvent</a:t>
            </a:r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da-DK" sz="1200" dirty="0">
                <a:solidFill>
                  <a:srgbClr val="0000FF"/>
                </a:solidFill>
                <a:latin typeface="Cascadia Mono" panose="020B0609020000020004" pitchFamily="49" charset="0"/>
              </a:rPr>
              <a:t>false</a:t>
            </a:r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da-DK" sz="1200" dirty="0">
                <a:solidFill>
                  <a:srgbClr val="0000FF"/>
                </a:solidFill>
                <a:latin typeface="Cascadia Mono" panose="020B0609020000020004" pitchFamily="49" charset="0"/>
              </a:rPr>
              <a:t>private</a:t>
            </a:r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da-DK" sz="12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_</a:t>
            </a:r>
            <a:r>
              <a:rPr lang="da-DK" sz="12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waterLevel</a:t>
            </a:r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;</a:t>
            </a:r>
          </a:p>
          <a:p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1200" dirty="0">
                <a:solidFill>
                  <a:srgbClr val="0000FF"/>
                </a:solidFill>
                <a:latin typeface="Cascadia Mono" panose="020B0609020000020004" pitchFamily="49" charset="0"/>
              </a:rPr>
              <a:t>private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readonly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0000FF"/>
                </a:solidFill>
                <a:latin typeface="Cascadia Mono" panose="020B0609020000020004" pitchFamily="49" charset="0"/>
              </a:rPr>
              <a:t>object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_</a:t>
            </a:r>
            <a:r>
              <a:rPr lang="en-US" sz="12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waterLevelLockObject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= </a:t>
            </a:r>
          </a:p>
          <a:p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</a:t>
            </a:r>
            <a:r>
              <a:rPr lang="en-US" sz="12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0000FF"/>
                </a:solidFill>
                <a:latin typeface="Cascadia Mono" panose="020B0609020000020004" pitchFamily="49" charset="0"/>
              </a:rPr>
              <a:t>object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();</a:t>
            </a:r>
          </a:p>
          <a:p>
            <a:endParaRPr lang="da-DK" sz="12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da-DK" sz="1200" dirty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da-DK" sz="1200" dirty="0" err="1">
                <a:solidFill>
                  <a:srgbClr val="2B91AF"/>
                </a:solidFill>
                <a:latin typeface="Cascadia Mono" panose="020B0609020000020004" pitchFamily="49" charset="0"/>
              </a:rPr>
              <a:t>PumpController</a:t>
            </a:r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da-DK" sz="12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WaterLevelSubject</a:t>
            </a:r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da-DK" sz="12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subject</a:t>
            </a:r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)</a:t>
            </a:r>
          </a:p>
          <a:p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   {</a:t>
            </a:r>
          </a:p>
          <a:p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</a:t>
            </a:r>
            <a:r>
              <a:rPr lang="da-DK" sz="12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subject.Attach</a:t>
            </a:r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da-DK" sz="12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this</a:t>
            </a:r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   }</a:t>
            </a:r>
          </a:p>
          <a:p>
            <a:endParaRPr lang="da-DK" sz="12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da-DK" sz="1200" dirty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da-DK" sz="12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void</a:t>
            </a:r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Update(</a:t>
            </a:r>
            <a:r>
              <a:rPr lang="da-DK" sz="12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da-DK" sz="12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waterLevel</a:t>
            </a:r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)</a:t>
            </a:r>
          </a:p>
          <a:p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   {</a:t>
            </a:r>
          </a:p>
          <a:p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</a:t>
            </a:r>
            <a:r>
              <a:rPr lang="da-DK" sz="12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WaterLevel</a:t>
            </a:r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= </a:t>
            </a:r>
            <a:r>
              <a:rPr lang="da-DK" sz="12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waterLevel</a:t>
            </a:r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;</a:t>
            </a:r>
          </a:p>
          <a:p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_</a:t>
            </a:r>
            <a:r>
              <a:rPr lang="da-DK" sz="12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waterLevelHighAutoResetEvent.Set</a:t>
            </a:r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();</a:t>
            </a:r>
          </a:p>
          <a:p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   }</a:t>
            </a:r>
          </a:p>
        </p:txBody>
      </p:sp>
      <p:sp>
        <p:nvSpPr>
          <p:cNvPr id="7" name="Rectangle 6"/>
          <p:cNvSpPr/>
          <p:nvPr/>
        </p:nvSpPr>
        <p:spPr>
          <a:xfrm>
            <a:off x="5928804" y="1311965"/>
            <a:ext cx="6019356" cy="5400120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a-DK" sz="1200" dirty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da-DK" sz="12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void</a:t>
            </a:r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Run()</a:t>
            </a:r>
          </a:p>
          <a:p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</a:p>
          <a:p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 </a:t>
            </a:r>
            <a:r>
              <a:rPr lang="da-DK" sz="12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while</a:t>
            </a:r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(!</a:t>
            </a:r>
            <a:r>
              <a:rPr lang="da-DK" sz="12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ShallStop</a:t>
            </a:r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)</a:t>
            </a:r>
          </a:p>
          <a:p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 {</a:t>
            </a:r>
          </a:p>
          <a:p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     </a:t>
            </a:r>
            <a:r>
              <a:rPr lang="da-DK" sz="12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bool</a:t>
            </a:r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da-DK" sz="12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wasSet</a:t>
            </a:r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= _</a:t>
            </a:r>
            <a:r>
              <a:rPr lang="da-DK" sz="12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waterLevelHighAutoResetEvent.WaitOne</a:t>
            </a:r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(5000);</a:t>
            </a:r>
          </a:p>
          <a:p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     </a:t>
            </a:r>
            <a:r>
              <a:rPr lang="da-DK" sz="1200" dirty="0">
                <a:solidFill>
                  <a:srgbClr val="0000FF"/>
                </a:solidFill>
                <a:latin typeface="Cascadia Mono" panose="020B0609020000020004" pitchFamily="49" charset="0"/>
              </a:rPr>
              <a:t>if</a:t>
            </a:r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(</a:t>
            </a:r>
            <a:r>
              <a:rPr lang="da-DK" sz="12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wasSet</a:t>
            </a:r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)</a:t>
            </a:r>
          </a:p>
          <a:p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     {</a:t>
            </a:r>
          </a:p>
          <a:p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  </a:t>
            </a:r>
            <a:r>
              <a:rPr lang="en-US" sz="12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1200" dirty="0">
                <a:solidFill>
                  <a:srgbClr val="A31515"/>
                </a:solidFill>
                <a:latin typeface="Cascadia Mono" panose="020B0609020000020004" pitchFamily="49" charset="0"/>
              </a:rPr>
              <a:t>"Event was set - Water level: "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+ </a:t>
            </a:r>
            <a:r>
              <a:rPr lang="en-US" sz="12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WaterLevel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  </a:t>
            </a:r>
            <a:r>
              <a:rPr lang="da-DK" sz="12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da-DK" sz="12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da-DK" sz="1200" dirty="0" err="1">
                <a:solidFill>
                  <a:srgbClr val="A31515"/>
                </a:solidFill>
                <a:latin typeface="Cascadia Mono" panose="020B0609020000020004" pitchFamily="49" charset="0"/>
              </a:rPr>
              <a:t>Running</a:t>
            </a:r>
            <a:r>
              <a:rPr lang="da-DK" sz="1200" dirty="0">
                <a:solidFill>
                  <a:srgbClr val="A31515"/>
                </a:solidFill>
                <a:latin typeface="Cascadia Mono" panose="020B0609020000020004" pitchFamily="49" charset="0"/>
              </a:rPr>
              <a:t> pump for 2 </a:t>
            </a:r>
            <a:r>
              <a:rPr lang="da-DK" sz="1200" dirty="0" err="1">
                <a:solidFill>
                  <a:srgbClr val="A31515"/>
                </a:solidFill>
                <a:latin typeface="Cascadia Mono" panose="020B0609020000020004" pitchFamily="49" charset="0"/>
              </a:rPr>
              <a:t>seconds</a:t>
            </a:r>
            <a:r>
              <a:rPr lang="da-DK" sz="1200" dirty="0">
                <a:solidFill>
                  <a:srgbClr val="A31515"/>
                </a:solidFill>
                <a:latin typeface="Cascadia Mono" panose="020B0609020000020004" pitchFamily="49" charset="0"/>
              </a:rPr>
              <a:t>."</a:t>
            </a:r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     }</a:t>
            </a:r>
          </a:p>
          <a:p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     </a:t>
            </a:r>
            <a:r>
              <a:rPr lang="da-DK" sz="12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else</a:t>
            </a:r>
            <a:endParaRPr lang="da-DK" sz="12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     {</a:t>
            </a:r>
          </a:p>
          <a:p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  </a:t>
            </a:r>
            <a:r>
              <a:rPr lang="da-DK" sz="12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da-DK" sz="1200" dirty="0">
                <a:solidFill>
                  <a:srgbClr val="A31515"/>
                </a:solidFill>
                <a:latin typeface="Cascadia Mono" panose="020B0609020000020004" pitchFamily="49" charset="0"/>
              </a:rPr>
              <a:t>"Waiting </a:t>
            </a:r>
            <a:r>
              <a:rPr lang="da-DK" sz="1200" dirty="0" err="1">
                <a:solidFill>
                  <a:srgbClr val="A31515"/>
                </a:solidFill>
                <a:latin typeface="Cascadia Mono" panose="020B0609020000020004" pitchFamily="49" charset="0"/>
              </a:rPr>
              <a:t>timed</a:t>
            </a:r>
            <a:r>
              <a:rPr lang="da-DK" sz="1200" dirty="0">
                <a:solidFill>
                  <a:srgbClr val="A31515"/>
                </a:solidFill>
                <a:latin typeface="Cascadia Mono" panose="020B0609020000020004" pitchFamily="49" charset="0"/>
              </a:rPr>
              <a:t> out"</a:t>
            </a:r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     }</a:t>
            </a:r>
          </a:p>
          <a:p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 }</a:t>
            </a:r>
          </a:p>
          <a:p>
            <a:r>
              <a:rPr lang="da-DK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</a:p>
          <a:p>
            <a:endParaRPr lang="da-DK" sz="12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0000FF"/>
                </a:solidFill>
                <a:latin typeface="Cascadia Mono" panose="020B0609020000020004" pitchFamily="49" charset="0"/>
              </a:rPr>
              <a:t>bool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ShallStop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 { </a:t>
            </a:r>
            <a:r>
              <a:rPr lang="en-US" sz="1200" dirty="0">
                <a:solidFill>
                  <a:srgbClr val="0000FF"/>
                </a:solidFill>
                <a:latin typeface="Cascadia Mono" panose="020B0609020000020004" pitchFamily="49" charset="0"/>
              </a:rPr>
              <a:t>get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; </a:t>
            </a:r>
            <a:r>
              <a:rPr lang="en-US" sz="1200" dirty="0">
                <a:solidFill>
                  <a:srgbClr val="0000FF"/>
                </a:solidFill>
                <a:latin typeface="Cascadia Mono" panose="020B0609020000020004" pitchFamily="49" charset="0"/>
              </a:rPr>
              <a:t>set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</a:rPr>
              <a:t>; }</a:t>
            </a:r>
            <a:endParaRPr lang="da-DK" sz="1200" dirty="0">
              <a:solidFill>
                <a:srgbClr val="000000"/>
              </a:solidFill>
              <a:latin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292295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PumpController</a:t>
            </a:r>
            <a:r>
              <a:rPr lang="da-DK" dirty="0"/>
              <a:t> as Observer</a:t>
            </a:r>
          </a:p>
        </p:txBody>
      </p:sp>
      <p:sp>
        <p:nvSpPr>
          <p:cNvPr id="4" name="Rectangle 3"/>
          <p:cNvSpPr/>
          <p:nvPr/>
        </p:nvSpPr>
        <p:spPr>
          <a:xfrm>
            <a:off x="152400" y="1311965"/>
            <a:ext cx="5631180" cy="5400120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a-DK" sz="120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da-DK" sz="120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da-DK" sz="120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da-DK" sz="1200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da-DK" sz="1200">
                <a:solidFill>
                  <a:srgbClr val="000000"/>
                </a:solidFill>
                <a:latin typeface="Cascadia Mono" panose="020B0609020000020004" pitchFamily="49" charset="0"/>
              </a:rPr>
              <a:t> WaterLevel</a:t>
            </a:r>
          </a:p>
          <a:p>
            <a:r>
              <a:rPr lang="da-DK" sz="1200">
                <a:solidFill>
                  <a:srgbClr val="000000"/>
                </a:solidFill>
                <a:latin typeface="Cascadia Mono" panose="020B0609020000020004" pitchFamily="49" charset="0"/>
              </a:rPr>
              <a:t>    {</a:t>
            </a:r>
          </a:p>
          <a:p>
            <a:r>
              <a:rPr lang="da-DK" sz="1200">
                <a:solidFill>
                  <a:srgbClr val="000000"/>
                </a:solidFill>
                <a:latin typeface="Cascadia Mono" panose="020B0609020000020004" pitchFamily="49" charset="0"/>
              </a:rPr>
              <a:t>        </a:t>
            </a:r>
            <a:r>
              <a:rPr lang="da-DK" sz="1200">
                <a:solidFill>
                  <a:srgbClr val="0000FF"/>
                </a:solidFill>
                <a:latin typeface="Cascadia Mono" panose="020B0609020000020004" pitchFamily="49" charset="0"/>
              </a:rPr>
              <a:t>get</a:t>
            </a:r>
            <a:endParaRPr lang="da-DK" sz="120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da-DK" sz="1200">
                <a:solidFill>
                  <a:srgbClr val="000000"/>
                </a:solidFill>
                <a:latin typeface="Cascadia Mono" panose="020B0609020000020004" pitchFamily="49" charset="0"/>
              </a:rPr>
              <a:t>        {</a:t>
            </a:r>
          </a:p>
          <a:p>
            <a:r>
              <a:rPr lang="da-DK" sz="1200">
                <a:solidFill>
                  <a:srgbClr val="000000"/>
                </a:solidFill>
                <a:latin typeface="Cascadia Mono" panose="020B0609020000020004" pitchFamily="49" charset="0"/>
              </a:rPr>
              <a:t>            </a:t>
            </a:r>
            <a:r>
              <a:rPr lang="da-DK" sz="1200">
                <a:solidFill>
                  <a:srgbClr val="0000FF"/>
                </a:solidFill>
                <a:latin typeface="Cascadia Mono" panose="020B0609020000020004" pitchFamily="49" charset="0"/>
              </a:rPr>
              <a:t>lock</a:t>
            </a:r>
            <a:r>
              <a:rPr lang="da-DK" sz="1200">
                <a:solidFill>
                  <a:srgbClr val="000000"/>
                </a:solidFill>
                <a:latin typeface="Cascadia Mono" panose="020B0609020000020004" pitchFamily="49" charset="0"/>
              </a:rPr>
              <a:t> (_waterLevelLockObject)</a:t>
            </a:r>
          </a:p>
          <a:p>
            <a:r>
              <a:rPr lang="da-DK" sz="1200">
                <a:solidFill>
                  <a:srgbClr val="000000"/>
                </a:solidFill>
                <a:latin typeface="Cascadia Mono" panose="020B0609020000020004" pitchFamily="49" charset="0"/>
              </a:rPr>
              <a:t>            {</a:t>
            </a:r>
          </a:p>
          <a:p>
            <a:r>
              <a:rPr lang="da-DK" sz="1200">
                <a:solidFill>
                  <a:srgbClr val="000000"/>
                </a:solidFill>
                <a:latin typeface="Cascadia Mono" panose="020B0609020000020004" pitchFamily="49" charset="0"/>
              </a:rPr>
              <a:t>                </a:t>
            </a:r>
            <a:r>
              <a:rPr lang="da-DK" sz="1200">
                <a:solidFill>
                  <a:srgbClr val="0000FF"/>
                </a:solidFill>
                <a:latin typeface="Cascadia Mono" panose="020B0609020000020004" pitchFamily="49" charset="0"/>
              </a:rPr>
              <a:t>return</a:t>
            </a:r>
            <a:r>
              <a:rPr lang="da-DK" sz="1200">
                <a:solidFill>
                  <a:srgbClr val="000000"/>
                </a:solidFill>
                <a:latin typeface="Cascadia Mono" panose="020B0609020000020004" pitchFamily="49" charset="0"/>
              </a:rPr>
              <a:t> _waterLevel;</a:t>
            </a:r>
          </a:p>
          <a:p>
            <a:r>
              <a:rPr lang="da-DK" sz="1200">
                <a:solidFill>
                  <a:srgbClr val="000000"/>
                </a:solidFill>
                <a:latin typeface="Cascadia Mono" panose="020B0609020000020004" pitchFamily="49" charset="0"/>
              </a:rPr>
              <a:t>            }</a:t>
            </a:r>
          </a:p>
          <a:p>
            <a:r>
              <a:rPr lang="da-DK" sz="1200">
                <a:solidFill>
                  <a:srgbClr val="000000"/>
                </a:solidFill>
                <a:latin typeface="Cascadia Mono" panose="020B0609020000020004" pitchFamily="49" charset="0"/>
              </a:rPr>
              <a:t>        }</a:t>
            </a:r>
          </a:p>
          <a:p>
            <a:r>
              <a:rPr lang="da-DK" sz="1200">
                <a:solidFill>
                  <a:srgbClr val="000000"/>
                </a:solidFill>
                <a:latin typeface="Cascadia Mono" panose="020B0609020000020004" pitchFamily="49" charset="0"/>
              </a:rPr>
              <a:t>        </a:t>
            </a:r>
            <a:r>
              <a:rPr lang="da-DK" sz="1200">
                <a:solidFill>
                  <a:srgbClr val="0000FF"/>
                </a:solidFill>
                <a:latin typeface="Cascadia Mono" panose="020B0609020000020004" pitchFamily="49" charset="0"/>
              </a:rPr>
              <a:t>set</a:t>
            </a:r>
            <a:endParaRPr lang="da-DK" sz="120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da-DK" sz="1200">
                <a:solidFill>
                  <a:srgbClr val="000000"/>
                </a:solidFill>
                <a:latin typeface="Cascadia Mono" panose="020B0609020000020004" pitchFamily="49" charset="0"/>
              </a:rPr>
              <a:t>        {</a:t>
            </a:r>
          </a:p>
          <a:p>
            <a:r>
              <a:rPr lang="da-DK" sz="1200">
                <a:solidFill>
                  <a:srgbClr val="000000"/>
                </a:solidFill>
                <a:latin typeface="Cascadia Mono" panose="020B0609020000020004" pitchFamily="49" charset="0"/>
              </a:rPr>
              <a:t>            </a:t>
            </a:r>
            <a:r>
              <a:rPr lang="da-DK" sz="1200">
                <a:solidFill>
                  <a:srgbClr val="0000FF"/>
                </a:solidFill>
                <a:latin typeface="Cascadia Mono" panose="020B0609020000020004" pitchFamily="49" charset="0"/>
              </a:rPr>
              <a:t>lock</a:t>
            </a:r>
            <a:r>
              <a:rPr lang="da-DK" sz="1200">
                <a:solidFill>
                  <a:srgbClr val="000000"/>
                </a:solidFill>
                <a:latin typeface="Cascadia Mono" panose="020B0609020000020004" pitchFamily="49" charset="0"/>
              </a:rPr>
              <a:t> (_waterLevelLockObject)</a:t>
            </a:r>
          </a:p>
          <a:p>
            <a:r>
              <a:rPr lang="da-DK" sz="1200">
                <a:solidFill>
                  <a:srgbClr val="000000"/>
                </a:solidFill>
                <a:latin typeface="Cascadia Mono" panose="020B0609020000020004" pitchFamily="49" charset="0"/>
              </a:rPr>
              <a:t>            {</a:t>
            </a:r>
          </a:p>
          <a:p>
            <a:r>
              <a:rPr lang="da-DK" sz="1200">
                <a:solidFill>
                  <a:srgbClr val="000000"/>
                </a:solidFill>
                <a:latin typeface="Cascadia Mono" panose="020B0609020000020004" pitchFamily="49" charset="0"/>
              </a:rPr>
              <a:t>                _waterLevel = value;</a:t>
            </a:r>
          </a:p>
          <a:p>
            <a:r>
              <a:rPr lang="da-DK" sz="1200">
                <a:solidFill>
                  <a:srgbClr val="000000"/>
                </a:solidFill>
                <a:latin typeface="Cascadia Mono" panose="020B0609020000020004" pitchFamily="49" charset="0"/>
              </a:rPr>
              <a:t>            }</a:t>
            </a:r>
          </a:p>
          <a:p>
            <a:r>
              <a:rPr lang="da-DK" sz="1200">
                <a:solidFill>
                  <a:srgbClr val="000000"/>
                </a:solidFill>
                <a:latin typeface="Cascadia Mono" panose="020B0609020000020004" pitchFamily="49" charset="0"/>
              </a:rPr>
              <a:t>        }</a:t>
            </a:r>
          </a:p>
          <a:p>
            <a:r>
              <a:rPr lang="da-DK" sz="1200">
                <a:solidFill>
                  <a:srgbClr val="000000"/>
                </a:solidFill>
                <a:latin typeface="Cascadia Mono" panose="020B0609020000020004" pitchFamily="49" charset="0"/>
              </a:rPr>
              <a:t>    }</a:t>
            </a:r>
            <a:endParaRPr lang="da-DK" sz="1200" dirty="0">
              <a:solidFill>
                <a:srgbClr val="000000"/>
              </a:solidFill>
              <a:latin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11407509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50000" contrast="-3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06465" y="-758636"/>
            <a:ext cx="12604930" cy="8375272"/>
          </a:xfrm>
          <a:prstGeom prst="rect">
            <a:avLst/>
          </a:prstGeom>
          <a:solidFill>
            <a:schemeClr val="tx1">
              <a:alpha val="43000"/>
            </a:schemeClr>
          </a:solidFill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a-DK" sz="5400" dirty="0" err="1">
                <a:ln w="12700">
                  <a:solidFill>
                    <a:schemeClr val="tx1"/>
                  </a:solidFill>
                </a:ln>
                <a:solidFill>
                  <a:schemeClr val="bg1"/>
                </a:solidFill>
              </a:rPr>
              <a:t>Your</a:t>
            </a:r>
            <a:r>
              <a:rPr lang="da-DK" sz="5400" dirty="0">
                <a:ln w="12700">
                  <a:solidFill>
                    <a:schemeClr val="tx1"/>
                  </a:solidFill>
                </a:ln>
                <a:solidFill>
                  <a:schemeClr val="bg1"/>
                </a:solidFill>
              </a:rPr>
              <a:t> </a:t>
            </a:r>
            <a:r>
              <a:rPr lang="da-DK" sz="5400" dirty="0" err="1">
                <a:ln w="12700">
                  <a:solidFill>
                    <a:schemeClr val="tx1"/>
                  </a:solidFill>
                </a:ln>
                <a:solidFill>
                  <a:schemeClr val="bg1"/>
                </a:solidFill>
              </a:rPr>
              <a:t>turn</a:t>
            </a:r>
            <a:endParaRPr lang="da-DK" sz="5400" dirty="0">
              <a:ln w="12700">
                <a:solidFill>
                  <a:schemeClr val="tx1"/>
                </a:solidFill>
              </a:ln>
              <a:solidFill>
                <a:schemeClr val="bg1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endParaRPr lang="da-DK" dirty="0">
              <a:ln w="25400">
                <a:solidFill>
                  <a:schemeClr val="tx1"/>
                </a:solidFill>
              </a:ln>
              <a:solidFill>
                <a:schemeClr val="bg1"/>
              </a:solidFill>
            </a:endParaRPr>
          </a:p>
          <a:p>
            <a:pPr marL="0" indent="0" algn="ctr">
              <a:buNone/>
            </a:pPr>
            <a:endParaRPr lang="da-DK" dirty="0">
              <a:ln w="25400">
                <a:solidFill>
                  <a:schemeClr val="tx1"/>
                </a:solidFill>
              </a:ln>
              <a:solidFill>
                <a:schemeClr val="bg1"/>
              </a:solidFill>
            </a:endParaRPr>
          </a:p>
          <a:p>
            <a:pPr marL="0" indent="0" algn="ctr">
              <a:buNone/>
            </a:pPr>
            <a:endParaRPr lang="da-DK" dirty="0">
              <a:ln w="25400">
                <a:solidFill>
                  <a:schemeClr val="tx1"/>
                </a:solidFill>
              </a:ln>
              <a:solidFill>
                <a:schemeClr val="bg1"/>
              </a:solidFill>
            </a:endParaRPr>
          </a:p>
          <a:p>
            <a:pPr marL="0" indent="0" algn="ctr">
              <a:buNone/>
            </a:pPr>
            <a:r>
              <a:rPr lang="da-DK" sz="6000" b="1" dirty="0" err="1">
                <a:ln w="25400">
                  <a:solidFill>
                    <a:schemeClr val="tx1"/>
                  </a:solidFill>
                </a:ln>
                <a:solidFill>
                  <a:schemeClr val="bg1"/>
                </a:solidFill>
              </a:rPr>
              <a:t>Continue</a:t>
            </a:r>
            <a:r>
              <a:rPr lang="da-DK" sz="6000" b="1" dirty="0">
                <a:ln w="25400">
                  <a:solidFill>
                    <a:schemeClr val="tx1"/>
                  </a:solidFill>
                </a:ln>
                <a:solidFill>
                  <a:schemeClr val="bg1"/>
                </a:solidFill>
              </a:rPr>
              <a:t> with the </a:t>
            </a:r>
            <a:r>
              <a:rPr lang="da-DK" sz="6000" b="1" dirty="0" err="1">
                <a:ln w="25400">
                  <a:solidFill>
                    <a:schemeClr val="tx1"/>
                  </a:solidFill>
                </a:ln>
                <a:solidFill>
                  <a:schemeClr val="bg1"/>
                </a:solidFill>
              </a:rPr>
              <a:t>exercises</a:t>
            </a:r>
            <a:endParaRPr lang="da-DK" sz="4800" b="1" dirty="0">
              <a:ln w="25400">
                <a:solidFill>
                  <a:schemeClr val="tx1"/>
                </a:solidFill>
              </a:ln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3517390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References and image </a:t>
            </a:r>
            <a:r>
              <a:rPr lang="da-DK" dirty="0" err="1"/>
              <a:t>sources</a:t>
            </a:r>
            <a:endParaRPr lang="da-DK" dirty="0"/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a-DK" sz="1800" dirty="0"/>
              <a:t>Images:</a:t>
            </a:r>
          </a:p>
          <a:p>
            <a:pPr marL="0" indent="0">
              <a:buNone/>
            </a:pPr>
            <a:r>
              <a:rPr lang="da-DK" sz="1800" dirty="0"/>
              <a:t>Printer: </a:t>
            </a:r>
            <a:r>
              <a:rPr lang="da-DK" sz="1800" dirty="0">
                <a:hlinkClick r:id="rId2"/>
              </a:rPr>
              <a:t>https://i5.walmartimages.com/asr/5bf8c70c-c0f4-46c8-8de2-d14417c3dcdb_2.a974142a063bb1f235f672f9a68eeb10.jpeg</a:t>
            </a:r>
            <a:endParaRPr lang="da-DK" sz="1800" dirty="0"/>
          </a:p>
          <a:p>
            <a:pPr marL="0" indent="0">
              <a:buNone/>
            </a:pPr>
            <a:r>
              <a:rPr lang="da-DK" sz="1800" dirty="0"/>
              <a:t>TPMS: </a:t>
            </a:r>
            <a:r>
              <a:rPr lang="da-DK" sz="1800" dirty="0">
                <a:hlinkClick r:id="rId3"/>
              </a:rPr>
              <a:t>http://www.rematiptop.com/tpms/img/TPMS-warning-light.jpg</a:t>
            </a:r>
            <a:endParaRPr lang="da-DK" sz="1800" dirty="0"/>
          </a:p>
          <a:p>
            <a:pPr marL="0" indent="0">
              <a:buNone/>
            </a:pPr>
            <a:r>
              <a:rPr lang="da-DK" sz="1800" dirty="0"/>
              <a:t>Computer keyboard: </a:t>
            </a:r>
            <a:r>
              <a:rPr lang="da-DK" sz="1800" dirty="0">
                <a:hlinkClick r:id="rId4"/>
              </a:rPr>
              <a:t>http://stockmedia.cc/computing_technology/slides/DSD_8790.jpg</a:t>
            </a:r>
            <a:endParaRPr lang="da-DK" sz="1800" dirty="0"/>
          </a:p>
          <a:p>
            <a:pPr marL="0" indent="0">
              <a:buNone/>
            </a:pPr>
            <a:r>
              <a:rPr lang="da-DK" sz="1800" dirty="0"/>
              <a:t>Bonus: </a:t>
            </a:r>
            <a:r>
              <a:rPr lang="da-DK" sz="1800" dirty="0">
                <a:hlinkClick r:id="rId5"/>
              </a:rPr>
              <a:t>http://wjreviews.com/reviews-cta/bonus.png</a:t>
            </a:r>
            <a:endParaRPr lang="da-DK" sz="1800" dirty="0"/>
          </a:p>
          <a:p>
            <a:pPr marL="0" indent="0">
              <a:buNone/>
            </a:pP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33692785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8083754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vert="horz" lIns="91440" tIns="45720" rIns="91440" bIns="45720" rtlCol="0" anchor="ctr">
        <a:normAutofit/>
      </a:bodyPr>
      <a:lstStyle>
        <a:defPPr>
          <a:defRPr dirty="0" smtClean="0">
            <a:latin typeface="Gill Sans MT" panose="020B0502020104020203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13622</TotalTime>
  <Words>4315</Words>
  <Application>Microsoft Office PowerPoint</Application>
  <PresentationFormat>Widescreen</PresentationFormat>
  <Paragraphs>852</Paragraphs>
  <Slides>67</Slides>
  <Notes>49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67</vt:i4>
      </vt:variant>
    </vt:vector>
  </HeadingPairs>
  <TitlesOfParts>
    <vt:vector size="75" baseType="lpstr">
      <vt:lpstr>Arial</vt:lpstr>
      <vt:lpstr>AU Passata</vt:lpstr>
      <vt:lpstr>AU Passata Light</vt:lpstr>
      <vt:lpstr>Calibri</vt:lpstr>
      <vt:lpstr>Cascadia Mono</vt:lpstr>
      <vt:lpstr>Consolas</vt:lpstr>
      <vt:lpstr>Gill Sans MT</vt:lpstr>
      <vt:lpstr>Office Theme</vt:lpstr>
      <vt:lpstr>PowerPoint Presentation</vt:lpstr>
      <vt:lpstr>Agenda</vt:lpstr>
      <vt:lpstr>Type Pressure Monitor System</vt:lpstr>
      <vt:lpstr>TPMS design</vt:lpstr>
      <vt:lpstr>TPMS design</vt:lpstr>
      <vt:lpstr>TPMS design</vt:lpstr>
      <vt:lpstr>TPMS design</vt:lpstr>
      <vt:lpstr>Design principle: Single Responsibility</vt:lpstr>
      <vt:lpstr>TPMS design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Producer - Consumer</vt:lpstr>
      <vt:lpstr>Producer - Consumer</vt:lpstr>
      <vt:lpstr>DataContainer</vt:lpstr>
      <vt:lpstr>Producer - Consumer</vt:lpstr>
      <vt:lpstr>Producer - Consumer</vt:lpstr>
      <vt:lpstr>Thread synchronization</vt:lpstr>
      <vt:lpstr>Producer - Consumer</vt:lpstr>
      <vt:lpstr>Producer - Consumer</vt:lpstr>
      <vt:lpstr>Queues</vt:lpstr>
      <vt:lpstr>Queues</vt:lpstr>
      <vt:lpstr>Queues</vt:lpstr>
      <vt:lpstr>Queues and BlockingCollection</vt:lpstr>
      <vt:lpstr>PowerPoint Presentation</vt:lpstr>
      <vt:lpstr>.Net System.Collections.Concurrent</vt:lpstr>
      <vt:lpstr>.Net System.Collections.Concurrent</vt:lpstr>
      <vt:lpstr>.Net System.Collections.Concurrent</vt:lpstr>
      <vt:lpstr>BlockingCollection&lt;T&gt;</vt:lpstr>
      <vt:lpstr>BlockingCollection&lt;T&gt;</vt:lpstr>
      <vt:lpstr>BlockingCollection&lt;T&gt;</vt:lpstr>
      <vt:lpstr>BlockingCollection&lt;T&gt;</vt:lpstr>
      <vt:lpstr>BlockingCollection&lt;T&gt;</vt:lpstr>
      <vt:lpstr>BlockingCollection&lt;T&gt;</vt:lpstr>
      <vt:lpstr>BlockingCollection&lt;T&gt; - Producer</vt:lpstr>
      <vt:lpstr>BlockingCollection&lt;T&gt; - Producer</vt:lpstr>
      <vt:lpstr>BlockingCollection&lt;T&gt; - Producer</vt:lpstr>
      <vt:lpstr>BlockingCollection&lt;T&gt; - Producer</vt:lpstr>
      <vt:lpstr>BlockingCollection&lt;T&gt; - Producer</vt:lpstr>
      <vt:lpstr>BlockingCollection&lt;T&gt; - Consumer</vt:lpstr>
      <vt:lpstr>BlockingCollection&lt;T&gt; - Consumer</vt:lpstr>
      <vt:lpstr>BlockingCollection&lt;T&gt; - Consumer</vt:lpstr>
      <vt:lpstr>BlockingCollection&lt;T&gt; - Consumer</vt:lpstr>
      <vt:lpstr>BlockingCollection&lt;T&gt; - Consumer</vt:lpstr>
      <vt:lpstr>BlockingCollection&lt;T&gt; - Creation</vt:lpstr>
      <vt:lpstr>BlockingCollection – Add/Take with timeouts</vt:lpstr>
      <vt:lpstr>Your turn</vt:lpstr>
      <vt:lpstr>Thread communication with Events</vt:lpstr>
      <vt:lpstr>Water level Monitor System</vt:lpstr>
      <vt:lpstr>PowerPoint Presentation</vt:lpstr>
      <vt:lpstr>PowerPoint Presentation</vt:lpstr>
      <vt:lpstr>AutoResetEvent and ManualResetEvent</vt:lpstr>
      <vt:lpstr>AutoResetEvent and ManualResetEvent</vt:lpstr>
      <vt:lpstr>AutoResetEvent and ManualResetEvent</vt:lpstr>
      <vt:lpstr>WaterLevelMonitor</vt:lpstr>
      <vt:lpstr>PumpController</vt:lpstr>
      <vt:lpstr>Program</vt:lpstr>
      <vt:lpstr>GoF Observer with threads</vt:lpstr>
      <vt:lpstr>PowerPoint Presentation</vt:lpstr>
      <vt:lpstr>PowerPoint Presentation</vt:lpstr>
      <vt:lpstr>PumpController as Observer</vt:lpstr>
      <vt:lpstr>PumpController as Observer</vt:lpstr>
      <vt:lpstr>Your turn</vt:lpstr>
      <vt:lpstr>References and image sources</vt:lpstr>
      <vt:lpstr>PowerPoint Presentation</vt:lpstr>
    </vt:vector>
  </TitlesOfParts>
  <Company>Aarhus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Michael Sørensen Loft</dc:creator>
  <cp:lastModifiedBy>Michael Sørensen Loft</cp:lastModifiedBy>
  <cp:revision>215</cp:revision>
  <dcterms:created xsi:type="dcterms:W3CDTF">2017-09-19T09:05:55Z</dcterms:created>
  <dcterms:modified xsi:type="dcterms:W3CDTF">2025-10-01T10:58:06Z</dcterms:modified>
</cp:coreProperties>
</file>